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MONDAY CHECK-IN — AGENDA SLIDE</a:t>
            </a:r>
          </a:p>
          <a:p/>
          <a:p>
            <a:r>
              <a:t>OPENING ROUTINE (2-3 min):</a:t>
            </a:r>
          </a:p>
          <a:p>
            <a:r>
              <a:t>SAY: 'Good morning. Open your planner. Open Infinite Campus. Let's start where every good week starts — by looking back at last week.'</a:t>
            </a:r>
          </a:p>
          <a:p/>
          <a:p>
            <a:r>
              <a:t>PACE:</a:t>
            </a:r>
          </a:p>
          <a:p>
            <a:r>
              <a:t>• Missing Work Tracker: 5 min (students log, teacher circulates)</a:t>
            </a:r>
          </a:p>
          <a:p>
            <a:r>
              <a:t>• Test/Quiz Review: 8 min (debrief scores + make-up tracker)</a:t>
            </a:r>
          </a:p>
          <a:p>
            <a:r>
              <a:t>• Notes Review: 10 min (Cornell from other classes, pair-share)</a:t>
            </a:r>
          </a:p>
          <a:p>
            <a:r>
              <a:t>• Weekly Win: 5 min (whole class share, positive tone)</a:t>
            </a:r>
          </a:p>
          <a:p>
            <a:r>
              <a:t>• Exit + goal-set for the week: 2 min</a:t>
            </a:r>
          </a:p>
          <a:p/>
          <a:p>
            <a:r>
              <a:t>TEACHER TIP: Keep Monday Check-In to 30 minutes max. Use Infinite Campus on the projector to model checking grades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 WORK + TEST REVIEW SLIDE</a:t>
            </a:r>
          </a:p>
          <a:p/>
          <a:p>
            <a:r>
              <a:t>MISSING WORK (5 min):</a:t>
            </a:r>
          </a:p>
          <a:p>
            <a:r>
              <a:t>• Students open Infinite Campus and log any missing assignments in the tracker</a:t>
            </a:r>
          </a:p>
          <a:p>
            <a:r>
              <a:t>• Circulate — do NOT announce names publicly; work quietly one-on-one</a:t>
            </a:r>
          </a:p>
          <a:p>
            <a:r>
              <a:t>• If a student has 3+ missing, ask them to write a make-up plan in the box</a:t>
            </a:r>
          </a:p>
          <a:p/>
          <a:p>
            <a:r>
              <a:t>TEST REVIEW (8 min):</a:t>
            </a:r>
          </a:p>
          <a:p>
            <a:r>
              <a:t>• Students log any tests/quizzes from last week and their scores</a:t>
            </a:r>
          </a:p>
          <a:p>
            <a:r>
              <a:t>• If a score is below 70% in any class, ask: 'When is the retake? What will you do differently?'</a:t>
            </a:r>
          </a:p>
          <a:p>
            <a:r>
              <a:t>• Make-up tracker: help students schedule a specific time (lunch, advisory, after school)</a:t>
            </a:r>
          </a:p>
          <a:p/>
          <a:p>
            <a:r>
              <a:t>DISCUSSION (3-4 min):</a:t>
            </a:r>
          </a:p>
          <a:p>
            <a:r>
              <a:t>• Q1: Normalize missing work — shift to problem-solving, not shame</a:t>
            </a:r>
          </a:p>
          <a:p>
            <a:r>
              <a:t>• Q2: Frame test scores as data, not identity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REVIEW + WEEKLY WIN</a:t>
            </a:r>
          </a:p>
          <a:p/>
          <a:p>
            <a:r>
              <a:t>NOTES REVIEW (10 min):</a:t>
            </a:r>
          </a:p>
          <a:p>
            <a:r>
              <a:t>SAY: 'Open the Cornell notes from your hardest class last week. Cover your notes and try to answer your cue questions from memory. This is called retrieval practice — it triples how much you remember.'</a:t>
            </a:r>
          </a:p>
          <a:p/>
          <a:p>
            <a:r>
              <a:t>STRUCTURE:</a:t>
            </a:r>
          </a:p>
          <a:p>
            <a:r>
              <a:t>1. Students review notes silently (4 min)</a:t>
            </a:r>
          </a:p>
          <a:p>
            <a:r>
              <a:t>2. Pair-share: 'What was the most surprising thing you learned in any class?' (2 min)</a:t>
            </a:r>
          </a:p>
          <a:p>
            <a:r>
              <a:t>3. 2-3 students share with the class (2 min)</a:t>
            </a:r>
          </a:p>
          <a:p/>
          <a:p>
            <a:r>
              <a:t>WEEKLY WIN (5 min):</a:t>
            </a:r>
          </a:p>
          <a:p>
            <a:r>
              <a:t>• Ask 3-4 students to share — rotate so every student shares at least once per unit</a:t>
            </a:r>
          </a:p>
          <a:p>
            <a:r>
              <a:t>• Frame wins broadly: finishing a hard assignment, showing up on time, helping someone</a:t>
            </a:r>
          </a:p>
          <a:p/>
          <a:p>
            <a:r>
              <a:t>WEEK GOAL:</a:t>
            </a:r>
          </a:p>
          <a:p>
            <a:r>
              <a:t>• 1-2 minutes: students write a specific, achievable goal for the week</a:t>
            </a:r>
          </a:p>
          <a:p>
            <a:r>
              <a:t>• SAY: 'Put this in your planner so you see it every day this week.'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PLANNING — AGENDA SLIDE</a:t>
            </a:r>
          </a:p>
          <a:p/>
          <a:p>
            <a:r>
              <a:t>OPENING (1-2 min):</a:t>
            </a:r>
          </a:p>
          <a:p>
            <a:r>
              <a:t>SAY: 'Good afternoon. We've made it to Friday. Before you pack up and disappear, let's do the one thing that separates students who have a good week from students who get surprised by one: we are going to plan.'</a:t>
            </a:r>
          </a:p>
          <a:p/>
          <a:p>
            <a:r>
              <a:t>PACE:</a:t>
            </a:r>
          </a:p>
          <a:p>
            <a:r>
              <a:t>• Upcoming Deadlines: 6 min (log all known tests, projects, due dates)</a:t>
            </a:r>
          </a:p>
          <a:p>
            <a:r>
              <a:t>• Activities Tracker: 5 min (personal + school, afternoon + evening)</a:t>
            </a:r>
          </a:p>
          <a:p>
            <a:r>
              <a:t>• Weekly Plan Builder: 8 min (block out homework time around activities)</a:t>
            </a:r>
          </a:p>
          <a:p>
            <a:r>
              <a:t>• Commitment Statement: 3 min (write + share)</a:t>
            </a:r>
          </a:p>
          <a:p/>
          <a:p>
            <a:r>
              <a:t>TEACHER TIP: Do this at a consistent time every Friday — students will start looking forward to it as a week-closure ritual.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DEADLINES + ACTIVITIES SLIDE</a:t>
            </a:r>
          </a:p>
          <a:p/>
          <a:p>
            <a:r>
              <a:t>DEADLINES (6 min):</a:t>
            </a:r>
          </a:p>
          <a:p>
            <a:r>
              <a:t>• Students open Infinite Campus and check all upcoming assignments</a:t>
            </a:r>
          </a:p>
          <a:p>
            <a:r>
              <a:t>• They log anything due in the NEXT 2 WEEKS (not just next week)</a:t>
            </a:r>
          </a:p>
          <a:p>
            <a:r>
              <a:t>• They circle the single highest-priority item and write it in the red box</a:t>
            </a:r>
          </a:p>
          <a:p>
            <a:r>
              <a:t>• TEACHER: Scan the room. Look for students with 3+ things due same day</a:t>
            </a:r>
          </a:p>
          <a:p/>
          <a:p>
            <a:r>
              <a:t>ACTIVITIES (4 min):</a:t>
            </a:r>
          </a:p>
          <a:p>
            <a:r>
              <a:t>• Students log ALL scheduled activities — not just school ones</a:t>
            </a:r>
          </a:p>
          <a:p>
            <a:r>
              <a:t>• Include: sports practices, games, religious events, family events, work, babysitting</a:t>
            </a:r>
          </a:p>
          <a:p>
            <a:r>
              <a:t>• This is why students run out of time — invisible commitments</a:t>
            </a:r>
          </a:p>
          <a:p/>
          <a:p>
            <a:r>
              <a:t>CLASS CHECK (3 min):</a:t>
            </a:r>
          </a:p>
          <a:p>
            <a:r>
              <a:t>• Q1: Normalize deadline pile-ups. Help students prioritize and break tasks down</a:t>
            </a:r>
          </a:p>
          <a:p>
            <a:r>
              <a:t>• Q2: Find the 'dead days' where homework never happens — make a specific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PLAN BUILDER + COMMITMENT</a:t>
            </a:r>
          </a:p>
          <a:p/>
          <a:p>
            <a:r>
              <a:t>PLAN BUILDER (8 min):</a:t>
            </a:r>
          </a:p>
          <a:p>
            <a:r>
              <a:t>SAY: 'Take your activities from the last slide and put them in the grid. Then block your homework time. Work backward from your deadlines.'</a:t>
            </a:r>
          </a:p>
          <a:p/>
          <a:p>
            <a:r>
              <a:t>FACILITATION:</a:t>
            </a:r>
          </a:p>
          <a:p>
            <a:r>
              <a:t>1. Students fill in activities first (2 min)</a:t>
            </a:r>
          </a:p>
          <a:p>
            <a:r>
              <a:t>2. Students block homework time — at least 90 min per school day (3 min)</a:t>
            </a:r>
          </a:p>
          <a:p>
            <a:r>
              <a:t>3. Students identify which evening is their hardest and make a plan (2 min)</a:t>
            </a:r>
          </a:p>
          <a:p/>
          <a:p>
            <a:r>
              <a:t>COMMITMENT (3 min):</a:t>
            </a:r>
          </a:p>
          <a:p>
            <a:r>
              <a:t>• Each student completes the commitment column</a:t>
            </a:r>
          </a:p>
          <a:p>
            <a:r>
              <a:t>• Ask 2-3 students to read ONE commitment aloud — makes it social</a:t>
            </a:r>
          </a:p>
          <a:p>
            <a:r>
              <a:t>• SAY: 'Take a photo of this page. Text it to someone who will hold you to it.'</a:t>
            </a:r>
          </a:p>
          <a:p/>
          <a:p>
            <a:r>
              <a:t>CLOSING:</a:t>
            </a:r>
          </a:p>
          <a:p>
            <a:r>
              <a:t>• Read the quote at the bottom aloud</a:t>
            </a:r>
          </a:p>
          <a:p>
            <a:r>
              <a:t>• SAY: 'Have a great weekend. We'll check in Monday to see how it went.'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7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9144000" cy="82296"/>
          </a:xfrm>
          <a:prstGeom prst="rect">
            <a:avLst/>
          </a:prstGeom>
          <a:solidFill>
            <a:srgbClr val="C7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E0B2"/>
                </a:solidFill>
              </a:rPr>
              <a:t>ISD 197 – Two Rivers High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Weekly Routine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E0B2"/>
                </a:solidFill>
              </a:rPr>
              <a:t>Monday Check-In  ·  Friday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520440"/>
            <a:ext cx="6400800" cy="3657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Use every Monday and Friday throughout the semester.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9144000" cy="8229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E0B2"/>
                </a:solidFill>
              </a:rPr>
              <a:t>MONDAY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Looking Back at Last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6400800" cy="3657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Missing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What's not turned in yet?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Tests &amp; Quizzes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Review results + make-up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Notes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What did you learn in other classes last week?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Weekly 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One thing you did well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E0B2"/>
                </a:solidFill>
              </a:rPr>
              <a:t>Take out your Warrior Prep workbook — Monday Check-In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You have 3 minutes to complete the top section independently before we share out.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5943600"/>
            <a:ext cx="1234440" cy="365760"/>
          </a:xfrm>
          <a:prstGeom prst="rect">
            <a:avLst/>
          </a:prstGeom>
          <a:solidFill>
            <a:srgbClr val="C7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7264" y="5980176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⏱ 20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64008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Monday Check-In  ·  Missing Work &amp; Test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4206240" cy="320040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 MISSING WORK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8872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042416"/>
            <a:ext cx="1115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Class / 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005840"/>
            <a:ext cx="13716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1042416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005840"/>
            <a:ext cx="73152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104241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Due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77724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042416"/>
            <a:ext cx="7040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98448"/>
            <a:ext cx="118872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1298448"/>
            <a:ext cx="137160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298448"/>
            <a:ext cx="73152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1298448"/>
            <a:ext cx="77724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1627632"/>
            <a:ext cx="11887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63040" y="1627632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1627632"/>
            <a:ext cx="731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1627632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1956816"/>
            <a:ext cx="118872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1956816"/>
            <a:ext cx="137160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1956816"/>
            <a:ext cx="73152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1956816"/>
            <a:ext cx="77724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286000"/>
            <a:ext cx="11887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63040" y="2286000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2286000"/>
            <a:ext cx="731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2286000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2615184"/>
            <a:ext cx="118872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63040" y="2615184"/>
            <a:ext cx="137160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360" y="2615184"/>
            <a:ext cx="73152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2615184"/>
            <a:ext cx="77724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621792"/>
            <a:ext cx="4251960" cy="320040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649224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📝  TEST &amp; QUIZ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1005840"/>
            <a:ext cx="9144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736" y="104241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Class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1005840"/>
            <a:ext cx="146304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05856" y="1042416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Test / Quiz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1005840"/>
            <a:ext cx="64008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14616" y="1042416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1005840"/>
            <a:ext cx="109728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0415" y="104241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Make-Up?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1298448"/>
            <a:ext cx="91440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0" y="1298448"/>
            <a:ext cx="146304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78040" y="1298448"/>
            <a:ext cx="64008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1298448"/>
            <a:ext cx="109728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9160" y="1627632"/>
            <a:ext cx="914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1627632"/>
            <a:ext cx="14630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78040" y="1627632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63840" y="1627632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09160" y="1956816"/>
            <a:ext cx="91440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0" y="1956816"/>
            <a:ext cx="146304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78040" y="1956816"/>
            <a:ext cx="64008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63840" y="1956816"/>
            <a:ext cx="109728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09160" y="2286000"/>
            <a:ext cx="914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0" y="2286000"/>
            <a:ext cx="14630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78040" y="2286000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63840" y="2286000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09160" y="2615184"/>
            <a:ext cx="91440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69280" y="2615184"/>
            <a:ext cx="146304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78040" y="2615184"/>
            <a:ext cx="64008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63840" y="2615184"/>
            <a:ext cx="1097280" cy="310896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2880" y="3383280"/>
            <a:ext cx="8778240" cy="77724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2880" y="3383280"/>
            <a:ext cx="54864" cy="77724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51129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MAKE-UP PLAN:  I will complete _______________________  by  ___________  during  ___________________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" y="4251960"/>
            <a:ext cx="8778240" cy="292608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28853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E0B2"/>
                </a:solidFill>
              </a:rPr>
              <a:t>CLASS DISCUSSION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1. If you have missing work — what got in the way? What is your specific plan to fix it this week?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5074920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2. How did last week's tests go? If a score surprised you (good or bad), what explains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64008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Monday Check-In  ·  Notes Review &amp; Weekly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5303520" cy="320040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📖  NOTES REVIEW FROM OTHER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Cornell-style review:  Cover your notes.  Using just your cue column (left side), try to answer your own questions.  Then uncover and check.  Write a 1-sentence summary of the most important idea from each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83080"/>
            <a:ext cx="51663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56231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Class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Most important idea from last week: ________________________________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331720"/>
            <a:ext cx="51663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4048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Class 2: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Most important idea from last week: ________________________________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880360"/>
            <a:ext cx="51663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5351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Class 3: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7180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Most important idea from last week: 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456432"/>
            <a:ext cx="516636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456432"/>
            <a:ext cx="54864" cy="621792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529584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PAIR-SHARE: Tell your partner the most surprising thing you learned in any class last week. 60 seconds each.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621792"/>
            <a:ext cx="3246120" cy="32004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64922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✅  WEEKLY WIN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005840"/>
            <a:ext cx="3246120" cy="3090672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0789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Write ONE thing you are proud of from last week.
It can be academic, social, athletic, creative — anything real.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874519"/>
            <a:ext cx="2926080" cy="18288"/>
          </a:xfrm>
          <a:prstGeom prst="rect">
            <a:avLst/>
          </a:prstGeom>
          <a:solidFill>
            <a:srgbClr val="C0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2286000"/>
            <a:ext cx="2926080" cy="18288"/>
          </a:xfrm>
          <a:prstGeom prst="rect">
            <a:avLst/>
          </a:prstGeom>
          <a:solidFill>
            <a:srgbClr val="C0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2697480"/>
            <a:ext cx="2926080" cy="18288"/>
          </a:xfrm>
          <a:prstGeom prst="rect">
            <a:avLst/>
          </a:prstGeom>
          <a:solidFill>
            <a:srgbClr val="C0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3063240"/>
            <a:ext cx="2926080" cy="18288"/>
          </a:xfrm>
          <a:prstGeom prst="rect">
            <a:avLst/>
          </a:prstGeom>
          <a:solidFill>
            <a:srgbClr val="C0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E0B2"/>
                </a:solidFill>
              </a:rPr>
              <a:t>SHARE OUT: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3101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12121"/>
                </a:solidFill>
              </a:rPr>
              <a:t>Who wants to share?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206240"/>
            <a:ext cx="8778240" cy="320040"/>
          </a:xfrm>
          <a:prstGeom prst="rect">
            <a:avLst/>
          </a:prstGeom>
          <a:solidFill>
            <a:srgbClr val="1A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2336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E0B2"/>
                </a:solidFill>
              </a:rPr>
              <a:t>🎯  MY GOAL FOR THIS WEEK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4544568"/>
            <a:ext cx="877824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26864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This week I will _______________________________________________________________________ by _____________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5074920"/>
            <a:ext cx="8778240" cy="38404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13892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1">
                <a:solidFill>
                  <a:srgbClr val="1A376A"/>
                </a:solidFill>
              </a:rPr>
              <a:t>Warrior Prep Word for the Week:  Stay on top of it before it gets on top of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9144000" cy="8229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E0B2"/>
                </a:solidFill>
              </a:rPr>
              <a:t>FRIDAY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Looking Ahead to Next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6400800" cy="36576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Deadlines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Exams, projects, big assignments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Sports, clubs, personal plans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🗓️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Weekly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Build your day-by-day schedule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233172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2331720"/>
            <a:ext cx="2011680" cy="45720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408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Commitment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</a:rPr>
              <a:t>One thing you will 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E0B2"/>
                </a:solidFill>
              </a:rPr>
              <a:t>Open your planner to next week. Open Infinite Campus. Let's build the week before it builds itself.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5943600"/>
            <a:ext cx="1234440" cy="365760"/>
          </a:xfrm>
          <a:prstGeom prst="rect">
            <a:avLst/>
          </a:prstGeom>
          <a:solidFill>
            <a:srgbClr val="C7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7264" y="5980176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⏱ 20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64008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Friday Planning  ·  Deadlines &amp; Activities Next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530352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📅  UPCOMING DEADLINES  (next 2 weeks)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43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042416"/>
            <a:ext cx="1069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Class / 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05840"/>
            <a:ext cx="192024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6" y="1042416"/>
            <a:ext cx="18470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Assignment /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9144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04241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Due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005840"/>
            <a:ext cx="73152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04241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2121"/>
                </a:solidFill>
              </a:rPr>
              <a:t>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98448"/>
            <a:ext cx="114300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1298448"/>
            <a:ext cx="192024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298448"/>
            <a:ext cx="91440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298448"/>
            <a:ext cx="73152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1609344"/>
            <a:ext cx="1143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1609344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609344"/>
            <a:ext cx="914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09344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1920240"/>
            <a:ext cx="114300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17320" y="1920240"/>
            <a:ext cx="192024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1920240"/>
            <a:ext cx="91440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1920240"/>
            <a:ext cx="73152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231136"/>
            <a:ext cx="1143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2231136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2231136"/>
            <a:ext cx="914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223113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2542032"/>
            <a:ext cx="114300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17320" y="2542032"/>
            <a:ext cx="192024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2542032"/>
            <a:ext cx="91440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2542032"/>
            <a:ext cx="731520" cy="29260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2852927"/>
            <a:ext cx="1143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17320" y="2852927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2852927"/>
            <a:ext cx="914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2852927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456432"/>
            <a:ext cx="516636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3456432"/>
            <a:ext cx="54864" cy="457200"/>
          </a:xfrm>
          <a:prstGeom prst="rect">
            <a:avLst/>
          </a:prstGeom>
          <a:solidFill>
            <a:srgbClr val="C7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566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HIGHEST PRIORITY this week: _______________________________________________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621792"/>
            <a:ext cx="324612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64922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🏃  ACTIVITIES NEXT WEEK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1005840"/>
            <a:ext cx="3246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2432" y="10607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Monday: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1069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_________________________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1353312"/>
            <a:ext cx="3246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42432" y="14081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Tuesday: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14173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_________________________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1700784"/>
            <a:ext cx="3246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42432" y="17556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Wednesday: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17647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_________________________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2048255"/>
            <a:ext cx="3246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42432" y="21031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Thursday: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211226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_________________________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2395727"/>
            <a:ext cx="3246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42432" y="2450591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Friday: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45973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_________________________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2743199"/>
            <a:ext cx="3246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42432" y="2798063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Weekend: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280720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_________________________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127248"/>
            <a:ext cx="324612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0" y="3127248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3200400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</a:rPr>
              <a:t>Which activity needs the most preparation this week?
Write it here: ________________________________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" y="4023360"/>
            <a:ext cx="877824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40599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E0B2"/>
                </a:solidFill>
              </a:rPr>
              <a:t>CLASS CHECK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44074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1. Does anyone have TWO or more major deadlines in the same week? Let's problem-solve.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4828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2. Does anyone have a day this week with ZERO time for homework? Let's build it in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64008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Friday Planning  ·  Build Your Week + Make Your Commitment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63093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🗓️  MY WEEK AT A GLANCE — Build It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43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1005840"/>
            <a:ext cx="1060704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1042416"/>
            <a:ext cx="1024127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005840"/>
            <a:ext cx="1060704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042416"/>
            <a:ext cx="1024127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005840"/>
            <a:ext cx="1060704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042416"/>
            <a:ext cx="1024127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1005840"/>
            <a:ext cx="1060704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7" y="1042416"/>
            <a:ext cx="1024127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005840"/>
            <a:ext cx="1060704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7" y="1042416"/>
            <a:ext cx="1024127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280160"/>
            <a:ext cx="1143000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1335024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After school
(3–5 PM)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1280160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14600" y="1280160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1280160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59" y="1280160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1280160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92224"/>
            <a:ext cx="1143000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" y="1847088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Dinner break
(5–6 PM)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1792224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14600" y="1792224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11880" y="1792224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59" y="1792224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6440" y="1792224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2304288"/>
            <a:ext cx="1143000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2359152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Evening
(6–9 PM)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20" y="2304288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14600" y="2304288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11880" y="2304288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59" y="2304288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06440" y="2304288"/>
            <a:ext cx="1060704" cy="49377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2816352"/>
            <a:ext cx="1143000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" y="2871216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Bedtime
(9–10 PM)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17320" y="2816352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14600" y="2816352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11880" y="2816352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09159" y="2816352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06440" y="2816352"/>
            <a:ext cx="106070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3364992"/>
            <a:ext cx="6400800" cy="32918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19856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2E7D32"/>
                </a:solidFill>
              </a:rPr>
              <a:t>⭐  Block your HOMEWORK TIME first, then fit everything else around 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621792"/>
            <a:ext cx="2194560" cy="539496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0840" y="621792"/>
            <a:ext cx="2194560" cy="320040"/>
          </a:xfrm>
          <a:prstGeom prst="rect">
            <a:avLst/>
          </a:prstGeom>
          <a:solidFill>
            <a:srgbClr val="F5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6492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💪 COMMITMENT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100584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</a:rPr>
              <a:t>I will protect: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124358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2121"/>
                </a:solidFill>
              </a:rPr>
              <a:t>homework time from _____ to _____ every school 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175564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</a:rPr>
              <a:t>I will finish: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1993391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2121"/>
                </a:solidFill>
              </a:rPr>
              <a:t>_________________________________ by _________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250545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</a:rPr>
              <a:t>I will ask for help with: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2743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2121"/>
                </a:solidFill>
              </a:rPr>
              <a:t>_________________________________ from _________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3255263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</a:rPr>
              <a:t>I will sleep by: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3493007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2121"/>
                </a:solidFill>
              </a:rPr>
              <a:t>_______ PM on school nights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</a:rPr>
              <a:t>I will NOT: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424281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2121"/>
                </a:solidFill>
              </a:rPr>
              <a:t>let _________________ distract me from my 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6217920"/>
            <a:ext cx="877824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6291072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E0B2"/>
                </a:solidFill>
              </a:rPr>
              <a:t>"The best time to plan your week is before it starts.  You're doing that right now.  Have a great weekend, Warriors."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