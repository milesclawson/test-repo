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do+laundry+step+by+step+beginners" TargetMode="External"/><Relationship Id="rId3" Type="http://schemas.openxmlformats.org/officeDocument/2006/relationships/hyperlink" Target="https://www.youtube.com/results?search_query=laundry+care+label+symbols+explaine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sew+on+a+button+tutorial+beginners" TargetMode="External"/><Relationship Id="rId3" Type="http://schemas.openxmlformats.org/officeDocument/2006/relationships/hyperlink" Target="https://www.youtube.com/results?search_query=basic+hand+sewing+for+beginners+step+by+step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wash+dishes+properly+food+safety" TargetMode="External"/><Relationship Id="rId3" Type="http://schemas.openxmlformats.org/officeDocument/2006/relationships/hyperlink" Target="https://www.youtube.com/results?search_query=kitchen+cleaning+tips+for+teens+beginner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organize+your+room+minimalism+teens" TargetMode="External"/><Relationship Id="rId3" Type="http://schemas.openxmlformats.org/officeDocument/2006/relationships/hyperlink" Target="https://www.youtube.com/results?search_query=marie+kondo+method+for+teens+tidying+up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plan+a+vegetable+garden+for+beginners" TargetMode="External"/><Relationship Id="rId3" Type="http://schemas.openxmlformats.org/officeDocument/2006/relationships/hyperlink" Target="https://www.youtube.com/results?search_query=square+foot+gardening+method+beginners+explained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understanding+garden+soil+beginners+extension" TargetMode="External"/><Relationship Id="rId3" Type="http://schemas.openxmlformats.org/officeDocument/2006/relationships/hyperlink" Target="https://www.youtube.com/results?search_query=soil+pH+explained+for+gardeners+beginner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start+a+compost+bin+beginners" TargetMode="External"/><Relationship Id="rId3" Type="http://schemas.openxmlformats.org/officeDocument/2006/relationships/hyperlink" Target="https://www.youtube.com/results?search_query=hot+composting+vs+cold+composting+explained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plant+seeds+indoors+step+by+step+beginners" TargetMode="External"/><Relationship Id="rId3" Type="http://schemas.openxmlformats.org/officeDocument/2006/relationships/hyperlink" Target="https://www.youtube.com/results?search_query=transplanting+seedlings+guide+beginners+garden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identifying+common+garden+pests+organic+solutions" TargetMode="External"/><Relationship Id="rId3" Type="http://schemas.openxmlformats.org/officeDocument/2006/relationships/hyperlink" Target="https://www.youtube.com/results?search_query=companion+planting+guide+repel+pests+beginners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water+your+garden+correctly+deep+watering" TargetMode="External"/><Relationship Id="rId3" Type="http://schemas.openxmlformats.org/officeDocument/2006/relationships/hyperlink" Target="https://www.youtube.com/results?search_query=diy+drip+irrigation+for+beginners+garden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when+and+how+to+harvest+vegetables+garden+guide" TargetMode="External"/><Relationship Id="rId3" Type="http://schemas.openxmlformats.org/officeDocument/2006/relationships/hyperlink" Target="https://www.youtube.com/results?search_query=vegetable+harvest+guide+beginners+when+to+pick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build+a+raised+garden+bed+DIY+beginners" TargetMode="External"/><Relationship Id="rId3" Type="http://schemas.openxmlformats.org/officeDocument/2006/relationships/hyperlink" Target="https://www.youtube.com/results?search_query=raised+bed+gardening+for+beginners+guide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advertising+manipulates+you+marketing+tricks+explained" TargetMode="External"/><Relationship Id="rId3" Type="http://schemas.openxmlformats.org/officeDocument/2006/relationships/hyperlink" Target="https://www.youtube.com/results?search_query=how+social+media+ads+target+teenagers+explained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needs+vs+wants+personal+finance+for+teens" TargetMode="External"/><Relationship Id="rId3" Type="http://schemas.openxmlformats.org/officeDocument/2006/relationships/hyperlink" Target="https://www.youtube.com/results?search_query=maslow+hierarchy+of+needs+explained+simply+animation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50+30+20+budget+rule+explained+beginners" TargetMode="External"/><Relationship Id="rId3" Type="http://schemas.openxmlformats.org/officeDocument/2006/relationships/hyperlink" Target="https://www.youtube.com/results?search_query=how+to+budget+your+money+teenagers+beginners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compound+interest+explained+simply+animation+teens" TargetMode="External"/><Relationship Id="rId3" Type="http://schemas.openxmlformats.org/officeDocument/2006/relationships/hyperlink" Target="https://www.youtube.com/results?search_query=why+you+should+start+saving+money+young+compound+interest" TargetMode="Externa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time+management+for+students+eisenhower+matrix" TargetMode="External"/><Relationship Id="rId3" Type="http://schemas.openxmlformats.org/officeDocument/2006/relationships/hyperlink" Target="https://www.youtube.com/results?search_query=how+to+stop+procrastinating+for+teens+students" TargetMode="Externa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write+a+resume+with+no+experience+teens" TargetMode="External"/><Relationship Id="rId3" Type="http://schemas.openxmlformats.org/officeDocument/2006/relationships/hyperlink" Target="https://www.youtube.com/results?search_query=resume+tips+for+first+job+high+school+students" TargetMode="Externa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find+a+job+as+a+teenager+first+job+tips" TargetMode="External"/><Relationship Id="rId3" Type="http://schemas.openxmlformats.org/officeDocument/2006/relationships/hyperlink" Target="https://www.youtube.com/results?search_query=teen+job+hunting+mistakes+to+avoid+first+job" TargetMode="Externa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job+interview+tips+for+teenagers+first+interview" TargetMode="External"/><Relationship Id="rId3" Type="http://schemas.openxmlformats.org/officeDocument/2006/relationships/hyperlink" Target="https://www.youtube.com/results?search_query=common+interview+questions+and+answers+for+teens+high+school" TargetMode="Externa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essential+tools+every+homeowner+needs+beginner+guide" TargetMode="External"/><Relationship Id="rId3" Type="http://schemas.openxmlformats.org/officeDocument/2006/relationships/hyperlink" Target="https://www.youtube.com/results?search_query=basic+tool+identification+guide+beginners+home+repair" TargetMode="Externa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patch+a+hole+in+drywall+beginner" TargetMode="External"/><Relationship Id="rId3" Type="http://schemas.openxmlformats.org/officeDocument/2006/relationships/hyperlink" Target="https://www.youtube.com/results?search_query=how+to+paint+a+room+step+by+step+beginners" TargetMode="Externa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unclog+a+drain+without+chemicals" TargetMode="External"/><Relationship Id="rId3" Type="http://schemas.openxmlformats.org/officeDocument/2006/relationships/hyperlink" Target="https://www.youtube.com/results?search_query=how+to+fix+a+running+toilet+simple+beginners" TargetMode="Externa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replace+an+outlet+safely+beginner+electrical" TargetMode="External"/><Relationship Id="rId3" Type="http://schemas.openxmlformats.org/officeDocument/2006/relationships/hyperlink" Target="https://www.youtube.com/results?search_query=how+to+reset+a+circuit+breaker+home+beginners" TargetMode="Externa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fix+a+flat+bike+tire+step+by+step" TargetMode="External"/><Relationship Id="rId3" Type="http://schemas.openxmlformats.org/officeDocument/2006/relationships/hyperlink" Target="https://www.youtube.com/results?search_query=basic+bike+maintenance+for+beginners+tutorial" TargetMode="Externa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start+a+babysitting+business+teen+entrepreneur" TargetMode="External"/><Relationship Id="rId3" Type="http://schemas.openxmlformats.org/officeDocument/2006/relationships/hyperlink" Target="https://www.youtube.com/results?search_query=babysitting+rates+and+tips+for+teens+how+much+to+charge" TargetMode="Externa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babysitting+safety+tips+red+cross+guide" TargetMode="External"/><Relationship Id="rId3" Type="http://schemas.openxmlformats.org/officeDocument/2006/relationships/hyperlink" Target="https://www.youtube.com/results?search_query=babysitter+safety+checklist+walkthrough+teens" TargetMode="Externa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what+to+do+in+a+babysitting+emergency+guide" TargetMode="External"/><Relationship Id="rId3" Type="http://schemas.openxmlformats.org/officeDocument/2006/relationships/hyperlink" Target="https://www.youtube.com/results?search_query=how+to+handle+babysitting+emergencies+teens" TargetMode="Externa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child+development+ages+0+to+5+milestones+explained" TargetMode="External"/><Relationship Id="rId3" Type="http://schemas.openxmlformats.org/officeDocument/2006/relationships/hyperlink" Target="https://www.youtube.com/results?search_query=how+toddlers+learn+through+play+child+development" TargetMode="Externa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middle+childhood+development+6+to+10+psychology+explained" TargetMode="External"/><Relationship Id="rId3" Type="http://schemas.openxmlformats.org/officeDocument/2006/relationships/hyperlink" Target="https://www.youtube.com/results?search_query=understanding+school+age+children+behavior+psychology" TargetMode="Externa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bedtime+routine+tips+for+babysitters" TargetMode="External"/><Relationship Id="rId3" Type="http://schemas.openxmlformats.org/officeDocument/2006/relationships/hyperlink" Target="https://www.youtube.com/results?search_query=dealing+with+picky+eaters+as+a+babysitter+tips" TargetMode="Externa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first+aid+basics+every+teen+should+know+red+cross" TargetMode="External"/><Relationship Id="rId3" Type="http://schemas.openxmlformats.org/officeDocument/2006/relationships/hyperlink" Target="https://www.youtube.com/results?search_query=how+to+treat+cuts+and+burns+at+home+first+aid" TargetMode="Externa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ands+only+CPR+tutorial+American+Heart+Association" TargetMode="External"/><Relationship Id="rId3" Type="http://schemas.openxmlformats.org/officeDocument/2006/relationships/hyperlink" Target="https://www.youtube.com/results?search_query=how+to+do+CPR+step+by+step+bystander+guide" TargetMode="Externa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food+safety+temperature+danger+zone+explained" TargetMode="External"/><Relationship Id="rId3" Type="http://schemas.openxmlformats.org/officeDocument/2006/relationships/hyperlink" Target="https://www.youtube.com/results?search_query=how+to+prevent+food+poisoning+at+home+food+safety" TargetMode="Externa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basic+knife+skills+for+beginners+chef+tutorial" TargetMode="External"/><Relationship Id="rId3" Type="http://schemas.openxmlformats.org/officeDocument/2006/relationships/hyperlink" Target="https://www.youtube.com/results?search_query=knife+safety+for+teens+cooking+class+beginners" TargetMode="Externa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basic+cooking+terms+and+techniques+explained+beginners" TargetMode="External"/><Relationship Id="rId3" Type="http://schemas.openxmlformats.org/officeDocument/2006/relationships/hyperlink" Target="https://www.youtube.com/results?search_query=how+to+read+a+recipe+for+beginners+cooking" TargetMode="Externa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air+fryer+basics+for+beginners+how+it+works" TargetMode="External"/><Relationship Id="rId3" Type="http://schemas.openxmlformats.org/officeDocument/2006/relationships/hyperlink" Target="https://www.youtube.com/results?search_query=best+things+to+cook+in+an+air+fryer+beginners" TargetMode="Externa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instant+pot+for+beginners+getting+started+guide" TargetMode="External"/><Relationship Id="rId3" Type="http://schemas.openxmlformats.org/officeDocument/2006/relationships/hyperlink" Target="https://www.youtube.com/results?search_query=pressure+cooker+basics+safety+tips+beginners" TargetMode="Externa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how+to+use+a+toaster+oven+convection+cooking+beginners" TargetMode="External"/><Relationship Id="rId3" Type="http://schemas.openxmlformats.org/officeDocument/2006/relationships/hyperlink" Target="https://www.youtube.com/results?search_query=countertop+oven+cooking+tips+beginners" TargetMode="Externa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easy+no+bake+snacks+for+beginners+teens+cooking" TargetMode="External"/><Relationship Id="rId3" Type="http://schemas.openxmlformats.org/officeDocument/2006/relationships/hyperlink" Target="https://www.youtube.com/results?search_query=healthy+no+bake+energy+balls+recipe+tutorial+beginners" TargetMode="Externa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 u="none">
                <a:solidFill>
                  <a:srgbClr val="FFFFFF"/>
                </a:solidFill>
                <a:latin typeface="Calibri"/>
              </a:rPr>
              <a:t>Teenager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 u="none">
                <a:solidFill>
                  <a:srgbClr val="F5B800"/>
                </a:solidFill>
                <a:latin typeface="Calibri"/>
              </a:rPr>
              <a:t>Teacher Slide Deck  —  Units 1-6, All 40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u="none">
                <a:solidFill>
                  <a:srgbClr val="FFFFFF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 u="none">
                <a:solidFill>
                  <a:srgbClr val="F5E9A8"/>
                </a:solidFill>
                <a:latin typeface="Calibri"/>
              </a:rPr>
              <a:t>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Calibri"/>
              </a:rPr>
              <a:t>Basic Life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297680"/>
            <a:ext cx="8869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u="none">
                <a:solidFill>
                  <a:srgbClr val="FFFFFF"/>
                </a:solidFill>
                <a:latin typeface="Calibri"/>
              </a:rPr>
              <a:t>Students learn the household skills their parents wish they'd been taught earlier. From reading a laundry label to sewing on a button, this unit builds independence and confidence at home.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Laundry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Sort a mixed load of laundry correctly by color and fabric type.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Read and interpret common care-label symbols.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Choose the correct wash cycle and water temperature for a given 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Care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tag inside a clothing item that tells you how to safely wash, dry, and iron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Colorfast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fabric that keeps its dye and won't bleed color onto other clothes in the wash.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Agitation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washing machine's tumbling/spinning motion that works detergent through the fabric.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Detergent dose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01184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correct amount of soap for a load, based on load size and water hardness -- too much leaves residue.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Sort colors, read care labels, wash/dry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Do Laundry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Do Laundry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Good Housekeeping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attention to how they sort clothes by color and fabric type — what happens if you skip that step?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Laundry Care Label Symbols Explained — Clean My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sort by color before washing?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 the 3 most common care-label symbols mean?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Hot, warm, or cold -- when do you use each?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happens if you overload the washer?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Pink Load”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Maya, Sofia, Cam   |   🎧 story_EN_1.1.m4a / story_ES_1.1.m4a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mistake did Jordan make, and at what point in the process should he have caught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says sorting became 'automatic' for her after ruining a couple loads. What does that tell you about how habits are built?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Cam admits he's never sorted laundry because his mom always fixes it. What's the risk of someone always fixing your mistakes for you?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If you were texting the group chat instead of Jordan, what's the first question you'd ask before starting a load of laundry?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“Reading the Label: How Laundry Actually Works”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reading_EN_1.1.m4a / reading_ES_1.1.m4a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 have one red t-shirt, three white socks, and a pair of jeans. Which items go in the same load, and what water temperature would you pick? Explain your reasoning in 2-3 sentences.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Basic Sewing &amp; Mending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Thread a needle and tie a secure knot.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Sew a four-hole button back onto fabric so it won't fall off again.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Patch a small hole or seam using a basic running stitch.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Running stitch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simple in-and-out stitch used to close a seam or patch fabric.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Shank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small thread stem left under a button so it can move freely without popping the fabric.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line where two pieces of fabric are stitched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Mending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01184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Repairing torn, ripped, or loose clothing instead of throwing it away.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Thread a needle, sew a button, patch a hole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Sew on a Button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Sew on a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Made to Sew  ·  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the knotting technique at the start and end — this is what keeps the button from falling off again.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Basic Hand Sewing for Beginners — Professor Pincushion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the steps to thread a needle?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a sewn-on button need a shank?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a running stitch used for?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mend clothes instead of replacing them?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Loose Button”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Maya   |   🎧 story_EN_1.2.m4a / story_ES_1.2.m4a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couldn't Cam fix the button himself at first, and how is that different from not being ABLE to learn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Maya explains the 'shank' -- the small gap left under the button. Why does that small detail matter so much?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Cam says 'it's ugly' and Maya says 'it's on.' What's the difference between doing something perfectly and doing it well enough?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What's a small repair skill (sewing, or something else) that you've been relying on someone else to do for you?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“Why Mending Still Matters”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reading_EN_1.2.m4a / reading_ES_1.2.m4a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A button just fell off your favorite jacket. Write out, in order, the steps you'd take to sew it back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Dishes &amp; Kitchen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Wash dishes in the correct order to avoid cross-contamination.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why hot water and dish soap sanitize surfaces.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Properly dry and store clean dishes.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Cross-contamination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When bacteria from one surface (like a cutting board used for raw chicken) spreads to another surface or food.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Sanitize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To reduce germs on a surface to a safe level, usually with heat or a cleaning chemical.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Grease cutting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ability of dish soap to break down fat and oil so it rinses away instead of sticking.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Air 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01184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Letting dishes dry naturally in a rack instead of towel-drying them, which reduces germ transfer.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Proper washing order, sanitizing, drying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Wash Dishes Properly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Wash Dishes Properly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Clean My Space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for the order they wash dishes in — there's a reason certain items go first, and it has to do with food safety.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Kitchen Cleaning Tips for Teens — Melissa 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correct order to wash dishes in and 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does soap actually remove grease?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cross-contamination and how do you avoid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is air drying better than a dish towel?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Chicken Cutting Board”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Jordan   |   🎧 story_EN_1.3.m4a / story_ES_1.3.m4a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did Jordan's washing order create a risk, even though everything eventually got clean?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cross-contamination, in your own words, using an example from the story?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says she 'learns fast when it's actually your job.' How does responsibility change how quickly someone picks up a skill?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What's the correct washing order the story describes, and why does that specific order matter?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“The Order Matters: Kitchen Cleaning and Food Safety”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reading_EN_1.3.m4a / reading_ES_1.3.m4a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 just cooked dinner and have a greasy pan, two drinking glasses, and a cutting board that had raw chicken on it. What order do you wash them in, and why does the order matter?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Home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Apply a simple decision rule to decide what to keep, donate, or toss.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Design a storage system for a small space.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Build a daily routine that keeps a room from becoming cluttered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Declutter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process of removing items you don't need, use, or want from a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defined area of a room dedicated to one purpose, like a homework zone or a charging zone.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Maintenance habit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small, repeated action (like a 5-minute nightly reset) that keeps a space organized long-term.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Storage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01184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consistent way of grouping and containing items so everything has a 'home.'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Declutter, storage systems, daily routines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Organize Your Room — Minimalist Method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Organize Your Room — Minimalist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Matt D'Avella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Think about which items in your own room you actually use every week — and which ones are just taking up space.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Marie Kondo Method for Teens — KonMari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questions help you decide keep vs. donate vs. toss?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it mean to give a room 'zones'?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 maintenance habits matter more than one big cleanup?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one realistic daily routine you could actually stick to?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One Drawer Rule”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Jordan, Sofia, Cam   |   🎧 story_EN_1.4.m4a / story_ES_1.4.m4a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are the three questions Sofia uses to decide what to keep, and would you change any of them?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breaking the room into 'zones' make organizing easier than cleaning it all at once?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says a 5-minute nightly habit beats a big Sunday cleanup. Do you agree? Why might a small daily habit be more effective than one big effort?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Think of one space in your own life (room, backpack, locker, desk) that could use a 'zone' system. What would the zones be?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“Why Cleaning Up Feels So Hard (and How Small Habits Fix It)”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reading_EN_1.4.m4a / reading_ES_1.4.m4a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1.4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Pick one real space in your room that's currently cluttered. Name the space, and write one specific change you could make this week to organize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 u="none">
                <a:solidFill>
                  <a:srgbClr val="F5E9A8"/>
                </a:solidFill>
                <a:latin typeface="Calibri"/>
              </a:rPr>
              <a:t>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Calibri"/>
              </a:rPr>
              <a:t>Basic Gardening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297680"/>
            <a:ext cx="8869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u="none">
                <a:solidFill>
                  <a:srgbClr val="FFFFFF"/>
                </a:solidFill>
                <a:latin typeface="Calibri"/>
              </a:rPr>
              <a:t>Students learn where food actually comes from and how to grow it. The unit follows the full gardening lifecycle: planning the bed, building healthy soil, composting, planting, managing pests, watering efficiently, and harvesting at the right time. The unit culminates in building a real or simulated garden bed.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Garden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Evaluate a location for sun exposure, drainage, and access to water.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Choose plants appropriate for the local growing season and available space.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Sketch a basic garden layout using correct plant spacing.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Full sun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An area that receives at least 6 hours of direct sunlight per day -- required by most vegetables.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Site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process of choosing where to put a garden based on sunlight, drainage, and access to water.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Growing season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period between the last spring frost and the first fall frost when plants can safely grow outdoors.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Site selection, layout, what to grow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Plan a Vegetable Garden for Beginners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Plan a Vegetable Garden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Gardener Scott  ·  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how sun exposure and spacing affect which vegetables can grow near each other — planning saves a lot of wasted effort.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Square Foot Gardening Method Explained — MIgardener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a garden site need to succeed?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much sun do most vegetables need?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drainage matter for plant roots?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you decide what to plant where?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Shade Problem”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Cam   |   🎧 story_EN_2.1.m4a / story_ES_2.1.m4a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did Sofia's original spot seem fine at first, and what did actually checking it reveal?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How many hours of sun do most vegetables need, according to the story and the reading?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Cam suggests a longer hose as a simple fix to a site-selection trade-off. Is that a reasonable solution? Why or why not?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If you were choosing a garden site in your own yard or a community space, what would you actually check before deciding, based on this story?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“Choosing a Spot: The Hidden Science of Garden Planning”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reading_EN_2.1.m4a / reading_ES_2.1.m4a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Describe a real spot (your yard, a school courtyard, a windowsill) and evaluate it as a garden site: how much sun does it get, and what would you plant there?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Soil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the three basic soil types and their properties.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what soil pH measures and why it matters for plant health.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how amendments improve soil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scale from 0-14 measuring how acidic or alkaline soil is; most vegetables prefer 6.0-7.0.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Amendment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Any material (like compost or lime) added to soil to improve its structure or nutrient content.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Loam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balanced mix of sand, silt, and clay considered ideal for gardening.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Soil types, pH, amendments, nutrients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Understanding Garden Soil for Beginners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Understanding Garden Soil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GardenAnswer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attention to what makes soil 'healthy' — it's not just dirt, it's a living ecosystem with billions of organisms.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Soil pH Explained for Gardeners — Epic Gardening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the three basic soil types?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soil pH tell you?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an amendment and why add 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'loam' mean and why is it ideal?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Free Dirt”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Maya   |   🎧 story_EN_2.2.m4a / story_ES_2.2.m4a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What's the difference between topsoil and subsoil, based on the story?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did Jordan's 'free' dirt turn out to be more expensive in a different way?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Maya suggests testing pH and adding amendments. Why are both of those steps necessary for Jordan's dirt specifically?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Jordan decides to use the dirt anyway 'because I already have the wagon.' Is that a good reason to make a gardening decision? What would you have done instead?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“What's Actually in the Dirt: An Introduction to Soil Science”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reading_EN_2.2.m4a / reading_ES_2.2.m4a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If a soil test showed your garden's pH was too acidic for tomatoes, what would you do about it, based on today's lesson?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Composting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the difference between 'browns' and 'greens' in composting.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Set up and maintain a basic compost bin.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Diagnose and fix common compost problems (smell, no heat, pests).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Browns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Carbon-rich compost materials like dry leaves, cardboard, and straw.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Greens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Nitrogen-rich compost materials like fruit scraps, coffee grounds, and grass clippings.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natural breakdown of organic material by microbes, fungi, and insects into usable soil nutrients.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Browns vs. greens, bin setup, troubleshooting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Start a Compost Bin for Beginners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Start a Compost Bin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Epic Gardening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for the 'greens vs. browns' ratio — getting that balance right is the secret to compost that actually works.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Hot Composting vs Cold Composting — Roots and Refuge Farm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browns and greens?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ratio of browns to greens works best?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a compost pile need air and water?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causes a compost pile to smell bad?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Smell”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Sofia   |   🎧 story_EN_2.3.m4a / story_ES_2.3.m4a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mistake did Cam make with his compost pile, and how did Sofia diagnose it just from the smell?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What's the difference between browns and greens, and why does a pile need both?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mentions 'anaerobic decomposition.' Based on the story, what does that term mean and why does it cause bad smells?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If you started a compost bin tomorrow, what would you make sure to include from the very first day, based on Cam's mistake?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“Turning Trash into Treasure: The Science of Composting”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reading_EN_2.3.m4a / reading_ES_2.3.m4a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Your compost pile smells terrible. Based on today's lesson, what's most likely wrong and how would you fix it?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Planting Seeds &amp; 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Determine correct planting depth and spacing for common seeds.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the difference between direct-sowing and using starts.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how to minimize transplant shock.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Direct sow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Planting seeds straight into the garden soil instead of starting them indoors.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Transplant shock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stress a plant experiences when moved from one growing environment to another, often causing wilting.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Hardening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Gradually exposing indoor-started seedlings to outdoor conditions before transplanting.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Seed depth, spacing, transplant shock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Plant Seeds Indoors — Step by Step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Plant Seeds Indoors — Step by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MIgardener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the depth and spacing rules for seeds — planting too deep or too shallow are the most common beginner mistakes.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Transplanting Seedlings Guide — Gardener Scott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you know how deep to plant a seed?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direct sowing and starts?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causes transplant shock?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'hardening off' mean and why do 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“Too Deep”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Maya, Sofia   |   🎧 story_EN_2.4.m4a / story_ES_2.4.m4a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mistake did Jordan make with his seeds, and what evidence did Maya find that confirmed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planting depth matter — what does Maya mean when she talks about a seed's 'stored energy'?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Jordan says he didn't look at the seed packet at all. What information did he miss out on by skipping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What's the difference between direct-sowing seeds and starting them as transplants, and how might that have avoided Jordan's problem?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“From Seed to Sprout: Understanding Germination”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reading_EN_2.4.m4a / reading_ES_2.4.m4a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 have tomato starts ready to go in the ground. Describe the steps you'd take to transplant them with the least shock possible.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Pests &amp; Plant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common garden pests and the damage they cause.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at least two organic pest-control methods.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how companion planting can reduce pest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Companion planting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Growing certain plants near each other because they help one another repel pests, improve growth, or use space well.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Organic pest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Managing pests without synthetic chemical pesticides, using methods like insecticidal soap, row covers, or beneficial insects.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Beneficial insect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An insect, like a ladybug, that helps a garden by eating pests or pollinating plants.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Identify pests, organic solutions, companion planting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Identifying Common Garden Pests — Organic Solutions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Identifying Common Garden Pests — Organic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Roots and Refuge Farm  ·  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Look at how they ID each pest by the damage it leaves — you often find the clue before you find the bug.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Companion Planting Guide to Repel Pests — Epic Gardening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signs tell you a pest is damaging a plant?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Name two organic ways to control pests.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companion planting?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Give one example of a helpful plant pairing.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Aphid Invasion”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Cam   |   🎧 story_EN_2.5.m4a / story_ES_2.5.m4a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decide NOT to use her uncle's strong pesticide, even though it would kill the aphids?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a beneficial insect, and how does the ladybug example show why organic pest control protects them?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two organic methods does Sofia consider for the aphids?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companion planting, and how might Sofia have prevented this problem in the first place?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“Managing Pests Without a Chemical Arsenal”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reading_EN_2.5.m4a / reading_ES_2.5.m4a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Your bean plants have holes in the leaves and you spot small green bugs on the underside. What's your organic plan to deal with it?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Watering &amp; Irrigation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the difference between deep and shallow watering and why deep watering is usually better.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Recognize signs of both underwatering and overwatering.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Design a simple watering schedule for a home garden.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Deep watering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Watering slowly and thoroughly so moisture reaches deep into the soil, encouraging strong root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Irrigation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Any method of supplying water to plants, from a hose to a drip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Drought stress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Visible signs a plant is not getting enough water, like wilting or curling leaves.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Watering schedules, deep vs. shallow, drought 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Water Your Garden Correctly — Deep Watering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Water Your Garden Correctly — Deep Watering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Gardening Know How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attention to why shallow, frequent watering is actually worse for plants than deep, infrequent watering.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DIY Drip Irrigation for Beginners — MIgardener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is deep watering usually better than shallow, frequent watering?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signs of underwatering?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signs of overwatering?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time of day is best to water, and 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“Overwatering Anxiety”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Jordan   |   🎧 story_EN_2.6.m4a / story_ES_2.6.m4a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did Maya assume more water would fix her drooping plants, and why was that assumption wrong?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Jordan mean when he says the roots 'can't breathe' in overwatered soil?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is deep, less-frequent watering usually better than a light daily sprinkle?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Maya says skipping a day of watering 'feels like doing nothing.' Why might it actually be the more effective choice?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“The Right Way to Water: Depth Over Frequency”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reading_EN_2.6.m4a / reading_ES_2.6.m4a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Your garden's leaves are yellowing and the soil feels soggy. Is this a sign of underwatering or overwatering, and what would you change?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Harvesting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ripeness cues for common garden vegetables.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Use correct techniques to harvest without damaging the plant.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Store harvested produce to maximize freshness.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Ripeness cue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visible or tactile sign (color, firmness, size) that tells you produce is ready to pick.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Succession harvest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Picking a crop like lettuce or beans repeatedly over time instead of all at 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Letting certain vegetables (like squash or onions) sit in a dry, ventilated place after harvest to extend storage life.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When to pick, how to pick, storing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When and How to Harvest Vegetables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When and How to Harvest Vegetables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Gardening Know How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the visual and texture cues for each vegetable — harvesting too early or too late changes the taste completely.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Vegetable Harvest Guide for Beginners — Epic Gardening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you know when a vegetable is ready to pick?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technique matter when harvesting?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a succession harvest?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should different produce be stored after picking?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Zucchini Incident”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Sofia, Maya, Jordan   |   🎧 story_EN_2.7.m4a / story_ES_2.7.m4a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ripeness cues does Maya list for knowing when a zucchini is ready to pick?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'succession harvest' mean, and how did Cam's approach go against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say to cut zucchini from the vine instead of pulling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is checking a garden every couple of days more effective than checking once a week, based on this story?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“Timing Is Everything: The Skill of Harvesting”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reading_EN_2.7.m4a / reading_ES_2.7.m4a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2.7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You're not sure if your zucchini is ready to pick. What ripeness cues would you check, based on today's lesson?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Build a Garden 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the benefits of a raised garden bed over an in-ground plot.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the basic steps to construct a raised bed.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Apply everything learned this unit to plan a first planting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Raised 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garden plot built above ground level, contained by a frame, filled with soil.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Soil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How many inches of growing soil a bed needs for healthy root development, usually at least 8-12 inches.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Planting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map of what will be planted where, based on spacing, sun, and companion planting.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Raised bed construction, first planting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Build a Raised Garden Bed — DIY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Build a Raised Garden Bed — DIY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This Old House  ·  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the material choices they make and why — not all wood is safe for growing food, and the height matters more than you'd think.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Raised Bed Gardening for Beginners — Gardener Scott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the benefits of a raised bed?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materials are commonly used to build one?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much soil depth do most vegetables need?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goes into a planting-day checklist?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“Bed Day”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Jordan, Sofia, Cam   |   🎧 story_EN_2.8.m4a / story_ES_2.8.m4a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Name three specific mistakes from earlier in the unit that the crew avoided while building this bed.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the story say they didn't plant immediately after filling the bed?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Maya mean when she says they're making mistakes 'slower' instead of not making them at all?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Looking back across the whole gardening unit, which lesson do you think mattered most for a successful first garden, and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“Building It Right: The Case for Raised Garden Beds”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reading_EN_2.8.m4a / reading_ES_2.8.m4a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2.8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You're building your first raised bed this weekend. List three things from this unit you'll make sure to get right.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 u="none">
                <a:solidFill>
                  <a:srgbClr val="F5E9A8"/>
                </a:solidFill>
                <a:latin typeface="Calibri"/>
              </a:rPr>
              <a:t>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Calibri"/>
              </a:rPr>
              <a:t>Personal Finance &amp; Time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297680"/>
            <a:ext cx="8869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u="none">
                <a:solidFill>
                  <a:srgbClr val="FFFFFF"/>
                </a:solidFill>
                <a:latin typeface="Calibri"/>
              </a:rPr>
              <a:t>Students learn how money works before they earn their first paycheck. The unit covers how marketers manipulate spending, the difference between needs and wants, building a real budget, saving strategies, time management, resume writing, job searching, and interview skills.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How Marketing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common advertising tactics used to influence buying decisions.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the difference between rational and emotional buying.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how brand loyalty is built and why companies invest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specific group of people an advertisement is designed to appeal 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Emotional buying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Making a purchase decision based on feelings (fear of missing out, excitement, belonging) rather than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Brand loyalty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consumer's tendency to keep buying from the same company instead of comparing alternatives.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Advertising tactics, emotional buying, brand loyalty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Advertising Manipulates You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Advertising Manipulates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Nerdwriter1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Try to spot every psychological trick they name — then think about the last ad that actually made you want something.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Social Media Ads Target Teens — Vox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common tactics advertisers use?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emotional and rational buying?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companies build brand loyalty?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can you protect yourself from manipulative ads?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Drop”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Maya   |   🎧 story_EN_3.1.m4a / story_ES_3.1.m4a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Name three specific marketing tactics stacked on the product page in the story.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Maya says 'that's what manipulation feels like from the inside.' What does she mean by that?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say companies want customers to believe something is their 'only chance,' even when it usually isn't true?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What's an ad or online sale you've seen that used similar tactics? Which one stood out to you?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“The Attention Economy: How Advertising Actually Works”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reading_EN_3.1.m4a / reading_ES_3.1.m4a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Think of an ad you've seen recently. What tactic did it use, and what emotion was it trying to trigger?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Needs vs. Wants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Distinguish between needs and wants using Maslow's hierarchy.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opportunity cost using a real spending example.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triggers for impulse buying and one strategy to resist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Opportunity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value of the next-best option you give up when you choose to spend money or time on something else.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Impulse buying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Making an unplanned purchase decision in the moment, often driven by emotion.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Hierarchy of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Maslow's theory ranking human needs from basic survival (food, shelter) up to higher goals like self-esteem.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Maslow's hierarchy, opportunity cost, impulse buying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Needs vs Wants — Personal Finance for Teens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Needs vs Wants — Personal Finance for Teens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Practical Personal Finance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Think about something you recently bought — was it a need or a want, and does it actually matter which one it was?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Maslow's Hierarchy of Needs Explained Simply — Sprouts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a need and a want?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opportunity cost mean?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triggers impulse buying?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one strategy to resist an impulse buy?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Twenty Dollar Question”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Cam   |   🎧 story_EN_3.2.m4a / story_ES_3.2.m4a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How does Sofia tell the difference between Cam's need and his want in this story?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'opportunity cost' using Cam's decision as the example.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says 'the price tag is never the whole price.' What does she mean?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Describe a real needs-vs-wants decision you've faced. How did you decide, and would you decide differently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“Needs, Wants, and the Real Cost of a Decision”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reading_EN_3.2.m4a / reading_ES_3.2.m4a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 have $40. Name one need and one want you could spend it on, and explain the opportunity cost of choosing one over the other.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Building a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Apply the 50/30/20 rule to a sample income.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Track spending across at least three categories.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Adjust a budget in response to overspending in one 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plan for how you'll spend and save your income over a set period of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Fixed 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cost that stays roughly the same each month, like a phone bill.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Discretionary spending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Money spent on non-essential wants, like entertainment or eating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50/30/20 rule, tracking spending, adjusting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50/30/20 Budget Rule Explained for Beginners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50/30/20 Budget Rule Explained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Graham Stephan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which category (needs, wants, savings) most people overspend in — and think about where your money would go right now.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Budget Your Money as a Teenager — Andrei Jikh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the 50/30/20 rule recommend?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a fixed and variable expense?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track spending instead of just estimating?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 you do when you overspend in one category?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One-Day Fortune”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Maya, Jordan   |   🎧 story_EN_3.3.m4a / story_ES_3.3.m4a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Cam mean when he says the money 'didn't feel like sixty dollars' while he was spending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the 50/30/20 rule Maya describes, and how she adjusts it for Cam's situation.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suggest tracking every purchase, 'even the dumb ones'?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If you got sixty dollars today, how would you divide it using the 50/30/20 idea?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“Building a Budget That Actually Survives Contact With Real Life”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reading_EN_3.3.m4a / reading_ES_3.3.m4a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 earn $100 a month from a part-time job. Using the 50/30/20 rule, sketch out how you'd divide it.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Saving &amp; Compound 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the 'pay yourself first' saving strategy.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how compound interest grows savings over time.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Set a specific, realistic savings goal.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Pay yourself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Setting aside savings immediately when you get money, before spending on anything else.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Compound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Interest calculated on both the original amount saved and the interest it has already earned.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original amount of money saved or invested, before interest is added.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Pay yourself first, interest, saving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Compound Interest Explained Simply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Compound Interest Explained Simply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TED-Ed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attention to the charts showing money over time — the difference between starting at 15 vs. 25 is shocking.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Why You Should Start Saving Young — Two Cents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'pay yourself first'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is compound interest different from simple interest?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starting to save early matter so much?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makes a savings goal realistic?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Slow Money”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Jordan   |   🎧 story_EN_3.4.m4a / story_ES_3.4.m4a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'pay yourself first' mean, based on how Sofia describes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compound interest in your own words, using Sofia's explanation as a starting point.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say starting to save early matters so much, even with small amounts?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If you saved $5 a week starting today, what specific goal would you want that money to grow toward?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“The Quiet Power of Starting Early: Saving and Compound Interest”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reading_EN_3.4.m4a / reading_ES_3.4.m4a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If you saved $10 a month starting today, what's one specific goal you'd be saving toward, and roughly how long would it take?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Time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Sort tasks using an urgent/important priority matrix.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Build a realistic weekly schedule.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a personal procrastination trigger and one strategy to counter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Priority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tool for sorting tasks into four categories based on urgency and importance.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Procrastination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Delaying a task you know you should be doing, usually in favor of something easier or more enjoyable.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Time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specific chunk of time set aside in a schedule for one task or activity.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Priority matrix, scheduling, avoiding procrastination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Time Management for Students — Eisenhower Matrix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Time Management for Students — Eisenhower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Thomas Frank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how the Eisenhower Matrix sorts tasks into four boxes — think about what quadrant most of your daily activities fall into.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Stop Procrastinating — Teen Edition — Mike and Matty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the four categories in a priority matrix?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is 'urgent' different from 'important'?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usually causes procrastination?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one strategy to beat procrastination?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“Everything, All at Once”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Cam   |   🎧 story_EN_3.5.m4a / story_ES_3.5.m4a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What's the difference between something feeling urgent and something actually being urgent, according to Cam?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Using the priority matrix Cam describes, sort at least three of Maya's tasks into urgent/important categories.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Cam say the grandma text isn't 'urgent or important in the ranking sense,' even though it matters?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Think of a time you had too many things to do at once. How might a priority matrix have helped?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“Urgent vs. Important: A Framework for Managing Time”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reading_EN_3.5.m4a / reading_ES_3.5.m4a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List three things you need to do this week and sort them into urgent/important categories using today's matrix.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Writing a 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the standard sections of a resume.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Use action verbs to describe experience and skills.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Determine what a 14-15 year old can realistically include on a first resume.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short document summarizing your skills, experience, and education for a potential employer.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Action verb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strong verb (organized, led, built) used to describe accomplishments on a resume.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Transferable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skill learned in one setting (like babysitting or sports) that applies to a job in a different setting.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Format, action verbs, what to include at 14-15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Write a Resume With No Experience — Teens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Write a Resume With No Experience — Teens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Career Sidekick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how they turn everyday activities (clubs, chores, volunteering) into resume bullet points — you probably have more to list than you think.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Resume Tips for First Job High School — Self Made Millennial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sections belong on a resume?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use action verbs instead of plain descriptions?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a transferable skill? Give an example.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can a 14-15 year old realistically list with no work history yet?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Blank Page”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Sofia   |   🎧 story_EN_3.6.m4a / story_ES_3.6.m4a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did Cam initially think he had nothing to put on a resume?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List two of the 'transferable skills' Sofia points out, and explain what each one shows an employer.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suggest using action verbs instead of plain descriptions?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Think about your own activities (chores, sports, clubs, babysitting). What's one transferable skill you could list on a first resume?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“Your First Resume: Proving You're Reliable With No Job History”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reading_EN_3.6.m4a / reading_ES_3.6.m4a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List two transferable skills you already have (from school, sports, chores, or volunteering) that could go on a first resume.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Job 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realistic places a teenager can look for a first job.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Complete a sample job application accurately and professionally.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what makes someone a good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person who can vouch for your character and reliability to a potential employer.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form or process used to formally request consideration for a job.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Work permit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Official documentation some states require for minors to legally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Where to look, applications,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Find a Job as a Teenager — First Job Tips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Find a Job as a Teenager — First Job Tips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Natalie Bacon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for how they recommend approaching businesses in person versus applying online — one method has a much higher success rate.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Teen Job Hunting Mistakes to Avoid — CareerVidz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Where can a 14-15 year old realistically look for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information does a typical job application ask for?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Who makes a good reference, and who should you avoid asking?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a work permit and when might you need 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“Wrong Door, Right Door”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Maya   |   🎧 story_EN_3.7.m4a / story_ES_3.7.m4a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mistake did Jordan make with his first job application, and what did he learn from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Name three types of jobs Maya suggests are realistic for a 14-15 year old.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a work permit, and why might a minor need one?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say Jordan shouldn't just list his friends as references? What makes a good reference, according to the story?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“Finding a First Job: Where to Look and How to Apply”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reading_EN_3.7.m4a / reading_ES_3.7.m4a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3.7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Name two people you could ask to be a reference, and explain why each would speak well of you.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Interview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Prepare answers for common interview questions.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Demonstrate confident, professional body language.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Write a brief thank-you note after a mock interview.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Elevator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short, prepared summary of who you are and what you offer, deliverable in about 30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Body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Nonverbal communication -- posture, eye contact, handshake -- that shapes a first impression.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Follow-up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message sent after an interview, usually to say thank you and reaffirm interest.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Common questions, body language, thank-you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Job Interview Tips for Teenagers — First Interview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Job Interview Tips for Teenagers — First Interview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Don Georgevich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attention to body language and the way they recommend answering 'Tell me about yourself' — first impressions happen in the first 30 seconds.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Common Interview Questions and Answers for Teens — Self Made Millennial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common interview questions to prepare for?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body language signals confidence?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send a thank-you note after an interview?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should an elevator pitch include?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“Practice Round”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Maya, Sofia, Jordan   |   🎧 story_EN_3.8.m4a / story_ES_3.8.m4a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push Cam to give a specific example instead of just saying he's 'reliable'?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body-language tips does the crew practice with Cam?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say to send a thank-you message after a real interview?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Practice your own answer to 'Why should we hire you?' in 2-3 sentences, using something specific about yourself.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“The Interview: Preparation, Presence, and Follow-Up”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reading_EN_3.8.m4a / reading_ES_3.8.m4a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3.8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Write a 2-3 sentence answer to the interview question: 'Why should we hire you?'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 u="none">
                <a:solidFill>
                  <a:srgbClr val="F5E9A8"/>
                </a:solidFill>
                <a:latin typeface="Calibri"/>
              </a:rPr>
              <a:t>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Calibri"/>
              </a:rPr>
              <a:t>Basic Home Repair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297680"/>
            <a:ext cx="8869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u="none">
                <a:solidFill>
                  <a:srgbClr val="FFFFFF"/>
                </a:solidFill>
                <a:latin typeface="Calibri"/>
              </a:rPr>
              <a:t>Students learn to identify and safely use common tools, patch walls, fix a leaky faucet, replace a light switch, and maintain a bike. Each lesson emphasizes safety protocols before touching any tool.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Tools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common hand tools and their correct use.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why personal protective equipment (PPE) matters for home repair.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State the core safety rules for working with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Personal Protective Equipment -- gear like safety glasses or gloves that protects you while working.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Torque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rotational force applied when turning a tool like a screwdriver or wrench.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Tool safety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guideline (like always cutting away from your body) that prevents injury when using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Identify tools, PPE, tool safety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Essential Tools Every Homeowner Needs — Beginner Guide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Essential Tools Every Homeowner Needs — Beginner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This Old House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which 5-10 tools they say you need before anything else — these are the ones worth learning to use first.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Basic Tool Identification Guide for Beginners — Home Repair Tutor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five common hand tools and their uses?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PPE should you wear for basic repairs?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golden rule for tool safety?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should you do with a tool you don't recognize?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Wrong Screwdriver”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Sofia   |   🎧 story_EN_4.1.m4a / story_ES_4.1.m4a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went wrong with Jordan's original approach, and why?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says using the wrong tool is 'how half of home-repair injuries happen.' Explain the physics reasoning she gives.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insist on PPE even for a task that seems as low-risk as a cabinet hinge?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Name a tool-safety rule from this story you'd actually remember to follow the next time you fix something.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“The Right Tool: An Introduction to Home Repair Safety”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reading_EN_4.1.m4a / reading_ES_4.1.m4a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Name one tool from today's lesson, what it's used for, and one safety rule you'd follow while using it.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Patching &amp; Painting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Patch a small hole in drywall using spackle.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Sand and prime a patched surface before painting.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Apply paint evenly using correct technique.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Spackle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putty-like compound used to fill small holes and cracks in walls before painting.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Primer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preparatory coating applied before paint to help it stick evenly and cover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Drywall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panel material most interior walls are made 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Spackle, sand, prime, paint walls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Patch a Hole in Drywall — Beginner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Patch a Hole in Drywall — Beginner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Home Repair Tutor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the sanding and feathering steps — skipping those is exactly why patches stay visible after painting.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Paint a Room Step by Step — This Old 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the steps to patch a small hole?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sand a patch before painting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primer do that paint alone doesn't?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good painting technique?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Impatient Patch”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Maya   |   🎧 story_EN_4.2.m4a / story_ES_4.2.m4a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two steps did Cam skip, and what problem did each skip cause?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why spackle needs to be sanded before painting.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primer matter — what does Maya say happens if you paint straight onto spackle without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Maya says Cam 'saved zero time' by rushing. What does that tell you about the value of following the correct order for a repair?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“Why the Order Matters: Patching and Painting a Wall”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reading_EN_4.2.m4a / reading_ES_4.2.m4a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Put these in the correct order: paint, sand, spackle, prime. Explain why the order matters.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Basic Plumbing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Unclog a slow drain using a safe, non-chemical method.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Diagnose and fix a common cause of a running toilet.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Locate and use a shut-off valve in an emergency.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Shut-off valve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valve that stops water flow to a fixture, used in plumbing emergencies.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Flapper valve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rubber piece inside a toilet tank that seals the drain -- a common cause of running toilets when worn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P-trap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curved pipe under a sink that holds water to block sewer gas and often catches clogs.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Unclog drains, fix running toilets, shut-off valves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Unclog a Drain Without Chemicals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Unclog a Drain Without Chemicals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Skill Builder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how most clogs are actually within the first few inches of the drain — you often don't need any special tools at all.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Fix a Running Toilet Simply — Home Repair Tutor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a safe first step for a clogged drain?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usually causes a toilet to keep running?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Where do you find a shut-off valve, and when would you use 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a P-trap and why does it matter?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Never-Ending Toilet”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Cam   |   🎧 story_EN_4.3.m4a / story_ES_4.3.m4a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was actually wrong with the toilet, and how did Sofia figure it out?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a flapper valve, and why does a crooked or worn-out one cause a toilet to run constantly?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say the shut-off valve matters most for a real plumbing emergency, not for this specific problem?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What's a home plumbing problem you might now feel confident checking yourself, based on this story?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“Behind the Wall: Basic Home Plumbing”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reading_EN_4.3.m4a / reading_ES_4.3.m4a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A toilet won't stop running. Based on today's lesson, what's the most likely cause and what would you check first?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Basic Electrical (Safe)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how to safely shut off power before any electrical work.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the steps to replace a light switch or outlet cover.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State the non-negotiable safety rule for working with electricity.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Circuit breaker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safety switch in the electrical panel that cuts power to a circuit to prevent overload or fire.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Live wire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wire currently carrying electrical current -- never to be touched without confirming power is 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Voltage tester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tool used to confirm a wire or outlet has no electrical current before working on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Replace outlets/switches, circuit breaker, never touch live wires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Replace an Electrical Outlet Safely — Beginner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Replace an Electrical Outlet Safely — Beginner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The Spruce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close attention to the safety steps before touching anything — electricity is forgiving until it suddenly isn't.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Reset a Circuit Breaker at Home — This Old 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very first step before any electrical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you find and use the circuit breaker panel?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a voltage tester used for?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the one rule you never break with electricity?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One Rule”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Maya   |   🎧 story_EN_4.4.m4a / story_ES_4.4.m4a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the 'one rule' Maya insists matters more than anything else in this unit, and why?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say breaker labels can't always be trusted, and what should you do instead of relying on them?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Maya say Jordan should do if he doesn't have a voltage tester available?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 you think electrical work has such a strict, non-negotiable safety rule compared to something like painting or plumbing?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“The Non-Negotiable Rule: Basic Electrical Safety”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reading_EN_4.4.m4a / reading_ES_4.4.m4a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Before replacing a light switch, list the exact safety steps you'd take in order, starting with the circuit breaker.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Bike Repair &amp;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Repair or replace a flat bike tire.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Adjust brakes for proper stopping performance.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Clean and lubricate a bike chain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Inner 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inflatable rubber tube inside a bike tire that holds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Brake pad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part of a brake that presses against the wheel rim to slow the bike.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Chain lubrication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Applying oil to a bike chain to reduce friction and prevent 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Fix a flat, adjust brakes, chain lubrication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Fix a Flat Bike Tire — Step by Step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Fix a Flat Bike Tire — Step by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Global Cycling Network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how they find the exact puncture spot using water — it's a simple trick that saves a lot of guessing.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Basic Bike Maintenance for Beginners — Park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the steps to fix a flat tire?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you know if brakes need adjusting?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a chain need regular lubrication?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tools does basic bike maintenance require?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Wobbly Brakes”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Sofia   |   🎧 story_EN_4.5.m4a / story_ES_4.5.m4a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was actually wrong with Cam's brakes, and how did Sofia diagnose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what a barrel adjuster does and how it fixed the brake problem.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a dry, gritty chain need regular lubrication, according to the story?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says '90 percent of "I need a new bike" is actually "I need fifteen minutes and a screwdriver."' Do you think that applies to other things people replace instead of repair? Give an example.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“Keep It Rolling: Basic Bike Maintenance”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reading_EN_4.5.m4a / reading_ES_4.5.m4a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Your bike brakes feel loose and don't stop you quickly. What would you check and adjust, based on today's lesson?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 u="none">
                <a:solidFill>
                  <a:srgbClr val="F5E9A8"/>
                </a:solidFill>
                <a:latin typeface="Calibri"/>
              </a:rPr>
              <a:t>UNIT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Calibri"/>
              </a:rPr>
              <a:t>Babysitting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297680"/>
            <a:ext cx="8869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u="none">
                <a:solidFill>
                  <a:srgbClr val="FFFFFF"/>
                </a:solidFill>
                <a:latin typeface="Calibri"/>
              </a:rPr>
              <a:t>One of the most popular first jobs for teenagers -- and one where real safety knowledge matters. Students practice emergency scenarios, learn age-appropriate child development, and build the business skills to market themselves and get hired.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Business &amp;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Set a fair, competitive babysitting rate.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Create a simple flyer or pitch to market babysitting services.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what belongs in a client agreement before the first job.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Client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simple written or verbal understanding covering rate, hours, expectations, and emergency contacts before a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Professionalism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Reliable, respectful, responsible behavior that builds trust with clients.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amount charged per hour (or per job) for babysitting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Rates, marketing, client agreements, professionalism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Start a Babysitting Business — Teen Entrepreneur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Start a Babysitting Business — Teen Entrepreneur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Young Entrepreneurs Forum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how they recommend setting your rate — think about what value you're offering and how to communicate that to parents.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Babysitting Rates and Tips for Teens — Babysitting Business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you set a fair babysitting rate?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belongs in a client agreement?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can you market yourself as a babysitter?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professionalism look like on the job?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Ten Dollar Mistake”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Sofia   |   🎧 story_EN_5.1.m4a / story_ES_5.1.m4a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mistake did Cam make with his original pricing, and why did Sofia call it 'insane'?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belongs in a client agreement, according to Sofia? Name at least three things.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says 'professional doesn't mean fancy, it just means reliable and clear.' What does she mean by that?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If you were setting a babysitting rate for the first time, how would you figure out what's fair, based on this story?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“Running It Like a Real Job: Babysitting as a Business”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reading_EN_5.1.m4a / reading_ES_5.1.m4a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Write out three questions you'd ask a parent before agreeing to babysit for the first time.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Home Safety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Complete a home safety walkthrough to identify hazards.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Gather emergency numbers and information before a job begins.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why learning house rules matters before parents leave.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Hazard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Anything in a home that could cause injury to a child, like an unlocked cabinet or an exposed outlet.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Emergency contact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list of phone numbers (parents, poison control, a neighbor) kept accessible during a babysitting job.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House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specific expectations a family sets for behavior, screen time, food, and bedtime.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Hazard checklist, emergency numbers, house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Babysitting Safety Tips — Red Cross Guide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Babysitting Safety Tips — Red Cross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American Red Cross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attention to the list of information you should always get from parents before they leave — a missing detail could cost you in an emergency.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Babysitter Safety Checklist Walkthrough — Babysitting Business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should a home safety walkthrough check for?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belongs on an emergency contact sheet?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ask about house rules before parents leave?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one hazard many people overlook?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Walkthrough”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Jordan   |   🎧 story_EN_5.2.m4a / story_ES_5.2.m4a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List three specific things Maya checks during her home safety walkthrough.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say hazards are 'usually the stuff nobody thinks to mention'?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goes on an emergency contact sheet, according to the story, and why does Maya put it somewhere easy to find?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ask about house rules before the parents leave, instead of guessing once they're gone?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“Before They Leave: The Home Safety Walkthrough”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reading_EN_5.2.m4a / reading_ES_5.2.m4a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List three hazards you'd check for during a home safety walkthrough before babysitting somewhere new.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Emergency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Determine when a situation requires calling 911 versus a parent.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the correct first response to choking, burns, falls, and fire.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what information to give a 911 dispatcher.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911 dispatcher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emergency operator who answers 911 calls and sends help.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First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immediate action taken in an emergency before professional help arrives.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Quickly judging how serious a situation is to decide what to do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When to call 911, choking, burns, falls, 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What to Do in a Babysitting Emergency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What to Do in a Babysitting Emergency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Babysitting Business Academy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how they prioritize: your job is to stay calm first, then act — panic is the biggest obstacle in any real emergency.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Handle Babysitting Emergencies — Teen Guide — American Red Cross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When do you call 911 versus a parent first?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first response to a choking child?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first response to a small burn?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information does a 911 dispatcher need?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“Thirty Seconds”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Sofia   |   🎧 story_EN_5.3.m4a / story_ES_5.3.m4a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did Jordan check before deciding whether to call 911 or the parents?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was texting the mom the right choice instead of calling 911 in this situation?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specific information did Jordan include in his text to the mom, and why did that level of detail matter?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Describe a different scenario where the same checklist (breathing, bleeding, alert, moving) would have led to calling 911 instead.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“Assess Before You React: Emergency Response Basics”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reading_EN_5.3.m4a / reading_ES_5.3.m4a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A child in your care falls and is holding their arm, crying, but breathing normally. Walk through what you'd do, in order.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Child Development: Ages 0-5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developmental milestones for children ages 0-5.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Choose age-appropriate play activities for toddlers and preschoolers.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safe sleep practices for infants.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Developmental 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skill or ability (like walking or first words) that most children reach around a certain 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Safe sleep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Guidelines (back to sleep, empty crib, firm mattress) that reduce the risk of infant sleep-related death.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Age-appropriate 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Activities matched to a child's developmental stage -- neither too easy nor too advanced.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Milestones, age-appropriate play, safe sleep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Child Development Ages 0 to 5 — Milestones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Child Development Ages 0 to 5 — 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Sprouts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the huge leap in language and social skills between ages 2 and 4 — it explains why toddlers act the way they do.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Toddlers Learn Through Play — Zero to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a few milestones for a 2-year-old?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makes an activity age-appropriate for a toddler?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the core safe sleep rules for infants?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age-appropriate play matter for development?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Wrong Toy”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Cam   |   🎧 story_EN_5.4.m4a / story_ES_5.4.m4a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was Sofia's original marble game dangerous for a two-year-old, even though the sorting concept itself was age-appropriate?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'age-appropriate play' mean, based on how Cam explains it in the story?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Cam says two-year-olds are 'wobbly walkers with zero impulse control.' How does that description explain why certain toys and activities are risky?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Name one safe-sleep or play rule you'd want to know before babysitting a child under 5, and why it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“Matching Play to Development: Ages 0-5”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reading_EN_5.4.m4a / reading_ES_5.4.m4a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You're babysitting a 3-year-old for two hours. Name two age-appropriate activities you'd plan and why they fit.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Child Development: Ages 6-10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how independence needs shift for children ages 6-10.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how peer dynamics affect a school-age child's behavior.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Apply a reasonable approach to managing screen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Peer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How a child's friendships and social relationships influence their mood and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child's growing ability and desire to do things without adult help.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Screen time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boundary set on how much time a child spends on devices or TV.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Independence, peer dynamics, screen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Middle Childhood Development Ages 6 to 10 — Psychology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Middle Childhood Development Ages 6 to 10 — Psychology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Sprouts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for how peer relationships start to matter more than adult approval around age 7 — this changes how you should interact with kids in this range.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Understanding School-Age Children Behavior — Child Mind 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does independence show up differently at age 6-10 than at age 2-5?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peer dynamics affect a school-age child's mood?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a reasonable approach to screen time as a babysitter?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should you do if a house rule conflicts with what a child asks for?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“One More Episode”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Maya   |   🎧 story_EN_5.5.m4a / story_ES_5.5.m4a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How did Cam handle the screen-time negotiation, and why did offering an alternative activity work better than just saying no?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the story call age 6-10 kids' desire for independence different from a toddler's?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did Cam do differently when Theo brought up the recess situation, compared to how he handled the screen-time issue?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Maya says the whole unit comes down to 'hold the boundary, offer them something instead of just a wall, and actually listen.' Do you agree that applies to both situations in the story?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“A Different Kind of Independence: Ages 6-10”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reading_EN_5.5.m4a / reading_ES_5.5.m4a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5.5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An 8-year-old asks for 'just one more episode' past their screen-time limit. What would you say and do?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Feeding &amp; Bedtime Routines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Prepare a simple, safe snack or meal for a child.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strategies to handle bedtime resistance calmly.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why consistency matters in a bedtime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Bedtime resistance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child's pushback against going to sleep, often through stalling tactics.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Choking hazard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food or object small or shaped in a way that could block a young child's airway.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Routine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Following the same steps in the same order each night, which helps children feel secure and fall asleep more easily.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Meal prep for kids, bedtime resistance, sleep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Bedtime Routine Tips for Babysitters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Bedtime Routine Tips for Babysitters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Babysitting Business Academy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attention to how consistency in routine actually helps kids feel safe — the routine itself is the signal that everything is okay.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Dealing With Picky Eaters as a Babysitter — Super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foods are common choking hazards for young kids?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calm strategies for bedtime resistance?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routine consistency help kids sleep?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should a basic bedtime routine include?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“One More Thing”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Sofia   |   🎧 story_EN_5.6.m4a / story_ES_5.6.m4a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specific choking-hazard precaution did Jordan take when feeding the four-year-old, even though chicken seems like an 'easy' food?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say consistency matters more than negotiating each request individually?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Sofia mean when she says 'consistent-and-mad tonight beats inconsistent-and-testing-you-every-single-night forever'?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Describe what a basic, consistent bedtime routine might look like for a young child, based on this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“Small and Steady: Feeding and Bedtime Routines”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reading_EN_5.6.m4a / reading_ES_5.6.m4a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5.6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A 4-year-old keeps getting out of bed asking for 'one more thing.' What calm, consistent strategy would you use?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First Aid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Clean and bandage a minor cut correctly.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Apply first aid for a minor burn or sprain.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Recognize signs of a serious allergic reaction and know the basic epi-pen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Allergic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body's immune response to a substance it treats as harmful, ranging from mild to life-threatening.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Anaphylaxis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severe, potentially life-threatening allergic reaction requiring immediate epinephrine and 911.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RICE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Rest, Ice, Compression, Elevation -- the basic first-aid approach to a sprain.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Cuts, burns, sprains, allergic reactions, epi-pen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First Aid Basics Every Teen Should Know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First Aid Basics Every Teen Should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American Red Cross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Focus on the steps for treating cuts and burns — the order of the steps matters more than people realize, and doing them wrong can make things worse.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Treat Cuts and Burns at Home — Howcast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the steps to clean and bandage a cut?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the RICE method used for?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signs of a serious allergic reaction?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 you do if a child needs an epi-pen?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Scraped Knee (and the Other Thing)”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Cam   |   🎧 story_EN_5.7.m4a / story_ES_5.7.m4a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are the correct first-aid steps for a minor scraped knee, according to the story?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symptoms told Maya the allergic reaction was serious enough to require 911 and an epi-pen, rather than just watching and waiting?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did knowing the epi-pen's location in advance matter so much in this situation?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Maya says she didn't feel calm, she just 'already knew the steps.' Why might knowing the steps in advance matter more than feeling calm in an emergency?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“Small Fixes and Big Signals: First Aid Basics”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reading_EN_5.7.m4a / reading_ES_5.7.m4a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5.7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A child scrapes their knee and it's bleeding lightly. Walk through the first-aid steps you'd take, in order.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Hands-Only CPR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the correct rate and depth for hands-only CPR.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when hands-only CPR is appropriate versus CPR with rescue breaths.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the basic function of an AED.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Hands-only CPR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Chest-compression-only CPR recommended for untrained bystanders responding to an adult in cardiac arrest.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AED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Automated External Defibrillator -- a device that can shock a heart back into a normal rhythm.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Compression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How fast chest compressions should be given during CPR, about 100-120 per minute.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Rate, depth, AED basics, rescue breathing intro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Hands-Only CPR Tutorial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Hands-Only CPR Tutorial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American Heart Association  ·  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Count along with the compression rhythm — the beat of 'Stayin' Alive' by the Bee Gees is literally the right speed, and that's worth remembering.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Do CPR Step by Step — Bystander Guide — St John Ambulance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the correct rate for hands-only CPR?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deep should compressions be?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an AED 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When is hands-only CPR the right choice?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Practice Dummy”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Jordan, Sofia, Cam   |   🎧 story_EN_5.8.m4a / story_ES_5.8.m4a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the correct compression rate for hands-only CPR, according to the story?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the instructor say cracked ribs are 'still the right call' during real CPR?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what an AED does and why the instructor says 'you genuinely can't mess it up worse than not using one at all.'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might switching with another person every two minutes matter in a real CPR situation, based on Maya's experience?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“Keeping Someone Alive: Hands-Only CPR Basics”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reading_EN_5.8.m4a / reading_ES_5.8.m4a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5.8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In your own words, explain hands-only CPR to someone who has never heard of it -- what do you do, and how fast?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 u="none">
                <a:solidFill>
                  <a:srgbClr val="F5E9A8"/>
                </a:solidFill>
                <a:latin typeface="Calibri"/>
              </a:rPr>
              <a:t>UNIT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Calibri"/>
              </a:rPr>
              <a:t>Basic Food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297680"/>
            <a:ext cx="8869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u="none">
                <a:solidFill>
                  <a:srgbClr val="FFFFFF"/>
                </a:solidFill>
                <a:latin typeface="Calibri"/>
              </a:rPr>
              <a:t>Students learn the foundation of cooking: food safety and the danger zone, how to use a knife without cutting themselves, cooking vocabulary, and how to operate the appliances they'll actually find at home -- air fryer, Instant Pot, convection toaster oven, and no-bake techniques.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Food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the temperature 'danger zone' for food safety.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cross-contamination and how to prevent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Apply the 2-hour rule for perishable food.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Danger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temperature range (40-140°F) where bacteria grow fastest on food.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2-hour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The guideline that perishable food shouldn't sit at room temperature for more than 2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Foodborne illness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Sickness caused by eating food contaminated with bacteria, viruses, or toxins.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Danger zone, cross-contamination, the 2-hour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Food Safety Temperature Danger Zone Explained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Food Safety Temperature Danger Zone Explained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StateFoodSafety  ·  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attention to the specific temperature range of the danger zone — this is the range where bacteria double every 20 minutes.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Prevent Food Poisoning at Home — CDC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temperature range is the 'danger zone'?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cross-contamination?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the 2-hour rule?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are common causes of foodborne illness?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Three-Hour Question”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Jordan   |   🎧 story_EN_6.1.m4a / story_ES_6.1.m4a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the 'danger zone' temperature range, and why does bacteria grow fastest within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say smell and appearance aren't reliable ways to tell if food is still safe?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the 2-hour rule in your own words, using the pasta example from the story.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prevention strategy does Maya suggest so this doesn't keep happening?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“The Danger Zone: Understanding Food Safety”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reading_EN_6.1.m4a / reading_ES_6.1.m4a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Leftover pasta sat out on the counter for 3 hours after dinner. Based on the 2-hour rule, what should you do with it?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Knife Safety &amp;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Demonstrate a safe knife grip and claw hand position.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Perform basic cuts (slice, dice) safely.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how to clean and store a knife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Claw grip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Curling your fingertips under and guiding with your knuckles to keep fingers safe while cutting.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Rock chop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cutting motion that keeps the knife tip on the board while the back rises and falls.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Blade 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Properly cleaning, drying, and storing a knife to keep it sharp and safe.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Grip, curl, safe cutting techniques, knife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Basic Knife Skills for Beginners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Basic Knife Skills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Gordon Ramsay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the 'claw grip' technique for holding food — it looks awkward at first but it's the one thing that actually prevents cuts.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Knife Safety for Teens Cooking Class — America's Test Kitchen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the claw grip and why use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slicing and dicing?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is a sharp knife actually safer than a dull 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should a knife be cleaned and stored?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Claw”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Cam   |   🎧 story_EN_6.2.m4a / story_ES_6.2.m4a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was wrong with Cam's original grip, and why did Sofia wince when she saw it?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the claw grip and why it protects your fingers even if the blade slips slightly.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say a sharp knife is actually safer than a dull one, even though that seems backwards?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Sofia says 'a little scared is the right amount.' Why might a small amount of caution actually be useful around knives?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“Grip, Guide, and Glide: Basic Knife Skills”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reading_EN_6.2.m4a / reading_ES_6.2.m4a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Explain the claw grip to someone who's never cut a vegetable before, in your own words.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Cooking Terms &amp;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Define common cooking verbs used in recipes.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Match a cooking method to the right type of dish.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Read and follow a simple recipe accurately.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Sauté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To cook food quickly in a small amount of fat over fairly high heat.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Simmer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To cook liquid just below boiling, with small bubbles breaking the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Deglaze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To add liquid to a hot pan to loosen browned bits stuck to the bottom, adding flavor to a sauce.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Sauté, simmer, roast, fold, deglaze -- reading a recipe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Basic Cooking Terms and Techniques Explained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Basic Cooking Terms and Techniques Explained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Ethan Chlebowski  ·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how many of these terms are about heat control — most beginner cooking mistakes come down to the wrong temperature, not the wrong ingredient.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How to Read a Recipe for Beginners — America's Test Kitchen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sautéing and simmering?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'fold' mean in a recipe?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does deglazing a pan accomplish?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the order of steps in a recipe matter?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“Lost in Translation”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Jordan, Maya   |   🎧 story_EN_6.3.m4a / story_ES_6.3.m4a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Define 'sauté' and 'translucent' using Maya's explanations from the story.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it mean to 'deglaze' a pan, and why does Maya say the brown bits stuck to the bottom are 'flavor'?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was Jordan initially stuck on the recipe, even though the instructions were technically written out for him?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Maya says once you know about fifteen cooking terms, 'you can basically read anything.' Why might learning vocabulary matter more than following one specific recipe?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“Speaking the Language of Recipes: Cooking Terms and Methods”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reading_EN_6.3.m4a / reading_ES_6.3.m4a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A recipe tells you to 'sauté the onions, then deglaze the pan.' Explain what you'd actually do, step by step.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Air Fryer Cooking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how an air fryer cooks food differently than an oven.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Set appropriate temperature and time for a common air fryer dish.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Clean an air fryer basket correctly after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Convection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Cooking method that circulates hot air around food, which is how an air fryer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Preheat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Bringing an appliance up to cooking temperature before adding food.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Basket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How much food an air fryer basket can hold without overcrowding, which affects how evenly food cooks.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How it works, temperature, timing, cleanup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Air Fryer Basics for Beginners — How It Works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Air Fryer Basics for Beginners —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Tasty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how they explain air circulation — understanding why you shouldn't overcrowd the basket will save you from soggy fries every time.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Best Things to Cook in an Air Fryer for Beginners — The Stay At Home Chef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does an air fryer cook food?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overcrowding the basket cause uneven cooking?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a typical temperature range for air frying?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 you clean an air fryer basket safely?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Soggy Fries”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Cam, Sofia   |   🎧 story_EN_6.4.m4a / story_ES_6.4.m4a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mistake did Cam make with the air fryer, and why did it cause the fries to come out soggy instead of crispy?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how convection cooking works, using Sofia's explanation from the story.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the reading and story both emphasize cooking in a single layer or in batches?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'preheating,' and why does skipping it throw off the cooking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“Hot Air, Not Magic: How an Air Fryer Actually Works”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reading_EN_6.4.m4a / reading_ES_6.4.m4a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You're air-frying a full bag of frozen fries but they're not getting crispy. What's most likely wrong, based on today's lesson?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Instant Pot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how pressure cooking speeds up cooking time.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Describe the difference between natural and quick steam release.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Identify basic safety rules for using a pressure cooker.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Pressure cooking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Cooking food in a sealed pot where trapped steam raises pressure and temperature, cooking food faster.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Quick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Manually venting steam immediately after cooking to open the pot faster.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Natural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Letting pressure drop on its own over time before opening the pot.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Pressure cooking, steam release, common recipes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Instant Pot for Beginners — Getting Started Guide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Instant Pot for Beginners — Getting Started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Amy + Jacky  ·  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Pay close attention to the sealing valve — it's the most common mistake beginners make, and it can ruin a whole meal.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Pressure Cooker Basics and Safety Tips — Serious 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does pressure cooking cook food faster?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quick and natural release?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safety rule matters most with a pressure cooker?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kinds of food work well in an Instant Pot?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“Don't Force It”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Sofia, Jordan   |   🎧 story_EN_6.5.m4a / story_ES_6.5.m4a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did Sofia react so strongly when Jordan reached for the lid?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the difference between quick release and natural release, and give an example of when you'd use each.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does the pressure indicator pin tell you, and why is it described as a real safety feature, not just a warning light?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Sofia say 'the rule stands regardless: you wait, every time,' even though the lid is designed to stay locked under pressure?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“Pressure and Patience: Instant Pot Basics”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reading_EN_6.5.m4a / reading_ES_6.5.m4a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6.5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Explain to someone new why they should NEVER force open a pressure cooker lid before the pressure has released.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Convection &amp; Toaster Oven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how convection (fan) cooking differs from standard baking.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Adjust temperature or time correctly when using convection mode.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Distinguish between broiling and baking.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Convection bake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setting that uses a fan to circulate hot air, cooking food faster and more evenly than standard bake.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Broil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Cooking with direct, intense heat from above, used for browning or quick-cooking thin foods.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Temperature adjustment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Lowering a recipe's stated temperature (often by 25°F) when using convection mode.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Fan cooking, temp adjustment, broil vs. bake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How to Use a Toaster Oven — Convection Cooking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How to Use a Toaster Oven — Convection Cooking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America's Test Kitchen  ·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Notice how convection (the fan) affects cooking time compared to a regular oven — recipes often need to be adjusted when you switch between them.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Countertop Oven Cooking Tips for Beginners — Tasty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does convection cooking differ from standard baking?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 you often lower the temperature for convection?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What's the difference between broiling and baking?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foods work well under a broiler?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“The Convection Conversion”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Cam   |   🎧 story_EN_6.6.m4a / story_ES_6.6.m4a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did Maya's first batch of cookies come out darker and faster than the recipe expected?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how convection baking differs from regular baking, using Cam's explanation.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adjustment does Cam suggest making when converting a regular-bake recipe to convection?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How is broiling different from both regular baking and convection baking, according to the story?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“Fan, Heat, and Time: Convection and Toaster Oven Cooking”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reading_EN_6.6.m4a / reading_ES_6.6.m4a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6.6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A recipe calls for baking at 375°F. If you're using convection mode, what would you likely adjust and why?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No-Bake Cooking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Prepare a no-bake snack using correct ratios of ingredients.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Explain why no-bake recipes rely on binding ingredients instead of heat.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Safely store a no-bake dish for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u="none">
                <a:solidFill>
                  <a:srgbClr val="8B0000"/>
                </a:solidFill>
                <a:latin typeface="Calibri"/>
              </a:rPr>
              <a:t>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Binder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An ingredient (like nut butter or honey) that holds a no-bake recipe together without cooking.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151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Overnight oats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A no-cook breakfast made by soaking oats in liquid in the refrigerator overnight.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C41230"/>
                </a:solidFill>
                <a:latin typeface="Calibri"/>
              </a:rPr>
              <a:t>Layering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Calibri"/>
              </a:rPr>
              <a:t>Building a dish like a parfait in distinct layers for texture and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Key topics: Energy balls, overnight oats, parfaits, smoothies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Video: Easy No-Bake Snacks for Beginners — Teens Cooking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Easy No-Bake Snacks for Beginners — Teens Cooking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Calibri"/>
              </a:rPr>
              <a:t>Preppy Kitchen  · 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u="sng">
                <a:solidFill>
                  <a:srgbClr val="666666"/>
                </a:solidFill>
                <a:latin typeface="Calibri"/>
                <a:hlinkClick r:id="rId2"/>
              </a:rPr>
              <a:t>Click to search this video on YouTube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u="none">
                <a:solidFill>
                  <a:srgbClr val="8B0000"/>
                </a:solidFill>
                <a:latin typeface="Calibri"/>
              </a:rPr>
              <a:t>Watch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>
                <a:solidFill>
                  <a:srgbClr val="333333"/>
                </a:solidFill>
                <a:latin typeface="Calibri"/>
              </a:rPr>
              <a:t>Watch how they modify recipes by swapping ingredients — once you understand why each ingredient is there, you can make it your own.</a:t>
            </a: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5943600" y="3931920"/>
            <a:ext cx="5760720" cy="11887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u="none">
                <a:solidFill>
                  <a:srgbClr val="B8860B"/>
                </a:solidFill>
                <a:latin typeface="Calibri"/>
              </a:rPr>
              <a:t>Backup video (click to search):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sng">
                <a:solidFill>
                  <a:srgbClr val="444444"/>
                </a:solidFill>
                <a:latin typeface="Calibri"/>
                <a:hlinkClick r:id="rId3"/>
              </a:rPr>
              <a:t>Healthy No-Bake Energy Balls Recipe Tutorial — Minimalist Baker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Cornell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Project this while students fill in their workbook.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is a 'binder' in a no-bake recipe?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Why do overnight oats work without cooking?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What makes a good parfait layering order?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333333"/>
                </a:solidFill>
                <a:latin typeface="Calibri"/>
              </a:rPr>
              <a:t>• How should no-bake food be stored?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u="none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132320" cy="4480560"/>
          </a:xfrm>
          <a:prstGeom prst="rect">
            <a:avLst/>
          </a:prstGeom>
          <a:noFill/>
          <a:ln w="1905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u="none">
                <a:solidFill>
                  <a:srgbClr val="8B0000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Calibri"/>
              </a:rPr>
              <a:t>TEENAGER 101  |  LESSON 6.7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Calibri"/>
              </a:rPr>
              <a:t>Discussion Story: “No Oven Required”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u="none">
                <a:solidFill>
                  <a:srgbClr val="666666"/>
                </a:solidFill>
                <a:latin typeface="Calibri"/>
              </a:rPr>
              <a:t>Characters: Maya, Jordan, Sofia, Cam   |   🎧 story_EN_6.7.m4a / story_ES_6.7.m4a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What is a 'binder' in a no-bake recipe, and what examples does the story give?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Why does Maya say granola should go near the top of a parfait rather than the bottom, if it's made ahead of time?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 why overnight oats don't need any cooking, based on Sofia's explanation.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Jordan says it's 'weird that no cooking still had this many rules.' Why do you think no-bake recipes still require careful technique, even without heat?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u="none">
                <a:solidFill>
                  <a:srgbClr val="8B0000"/>
                </a:solidFill>
                <a:latin typeface="Calibri"/>
              </a:rPr>
              <a:t>Paired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u="none">
                <a:solidFill>
                  <a:srgbClr val="333333"/>
                </a:solidFill>
                <a:latin typeface="Calibri"/>
              </a:rPr>
              <a:t>“No Heat, Still Technique: The Logic of No-Bake Cooking”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Calibri"/>
              </a:rPr>
              <a:t>🎧 reading_EN_6.7.m4a / reading_ES_6.7.m4a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u="none">
                <a:solidFill>
                  <a:srgbClr val="999999"/>
                </a:solidFill>
                <a:latin typeface="Calibri"/>
              </a:rPr>
              <a:t>Friendly Hills Middle School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 u="none">
                <a:solidFill>
                  <a:srgbClr val="F5E9A8"/>
                </a:solidFill>
                <a:latin typeface="Calibri"/>
              </a:rPr>
              <a:t>Exit Ticket — Lesson 6.7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 u="none">
                <a:solidFill>
                  <a:srgbClr val="FFFFFF"/>
                </a:solidFill>
                <a:latin typeface="Calibri"/>
              </a:rPr>
              <a:t>Describe how you'd make a basic parfait layering order, and explain why that order makes sense.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