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Read the essential question aloud and connect it to the certification objectives: S3.5, S3.2, S3.4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Dry and liquid measuring cups; Measuring spoons; Kitchen scale (grams); Flour (about 1 lb for demo); Station cards with amounts; Abbreviation sheet</a:t>
            </a:r>
          </a:p>
          <a:p>
            <a:r>
              <a:t>Typical result: a scooped cup of flour weighs noticeably more than a spooned and leveled cup. Use your own scale readings; do not tell students a fixed number.</a:t>
            </a:r>
          </a:p>
          <a:p>
            <a:r>
              <a:t>Water, rice, or dried beans can substitute for flour at stations to save cost.</a:t>
            </a:r>
          </a:p>
          <a:p>
            <a:r>
              <a:t>Egg allergy: not used today. Wheat allergy: use rice for the flour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 dry cup. Spoon it in and level it off. | Tablespoon.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Conversion chart handout (with blanks); Practice sheet; Answer strips; Calculators optional</a:t>
            </a:r>
          </a:p>
          <a:p>
            <a:r>
              <a:t>Metric values are rounded kitchen equivalents (1 cup is exactly 236.6 mL; 240 mL is the common rounding).</a:t>
            </a:r>
          </a:p>
          <a:p>
            <a:r>
              <a:t>Practice-sheet answers to prepare: 1/4 cup = 12 tsp; 1/2 cup = 8 Tbsp; 1 cup = 48 tsp; 1 pt = 2 cups = 16 fl oz; 1 qt = 4 cups; half of 1/2 cup = 1/4 cup = 4 Tbsp; half of 1 Tbsp = 1 1/2 tsp.</a:t>
            </a:r>
          </a:p>
          <a:p>
            <a:r>
              <a:t>Struggling students: use the visual fraction strip; allow calculators for the final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4. | 3/8 cup, which is 6 Tbsp.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cards; Ingredients (see recipe); Kitchen scale; Station checklist; Unit 2 practical rubric</a:t>
            </a:r>
          </a:p>
          <a:p>
            <a:r>
              <a:t>Peanut-free: check cereal, pretzel, and seed labels (shared-equipment warnings).</a:t>
            </a:r>
          </a:p>
          <a:p>
            <a:r>
              <a:t>Wheat allergy: use a gluten-free cereal and omit pretzels.</a:t>
            </a:r>
          </a:p>
          <a:p>
            <a:r>
              <a:t>Estimated cost: about $2 per group, $16 for 8 groups. Verify against current prices.</a:t>
            </a:r>
          </a:p>
          <a:p>
            <a:r>
              <a:t>No heat today, so this is a good first lab for focusing on measurement and station routines.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Answers vary, for example 4 Tbsp = 1/4 cup. | Different packing and leveling; pieces of different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Practice recipe card (serves 8); Pancake recipe card with blank column; Calculators; Answer key</a:t>
            </a:r>
          </a:p>
          <a:p>
            <a:r>
              <a:t>Key for pancakes serves 8 -&gt; serves 4 (x 1/2): flour 3 c -&gt; 1 1/2 c; baking powder 7 tsp -&gt; 3 1/2 tsp; salt 2 tsp -&gt; 1 tsp; sugar 2 Tbsp -&gt; 1 Tbsp; milk 2 1/2 c -&gt; 1 1/4 c; eggs 2 -&gt; 1; oil 6 Tbsp -&gt; 3 Tbsp.</a:t>
            </a:r>
          </a:p>
          <a:p>
            <a:r>
              <a:t>Key for serves 8 -&gt; serves 32 (x 4): flour 12 c (3 qt); baking powder 28 tsp (9 Tbsp + 1 tsp); salt 8 tsp (2 Tbsp + 2 tsp); sugar 8 Tbsp (1/2 c); milk 10 c (2 1/2 qt); eggs 8; oil 24 Tbsp (1 1/2 c).</a:t>
            </a:r>
          </a:p>
          <a:p>
            <a:r>
              <a:t>This is the cert performance task for S3.5: score it with the Unit 2 practical rubric on Day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3 (18 divided by 6). | Cooking time, pan size, or oven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Pancake recipe cards; Ingredients (see recipe); Griddles or skillets; Oven mitts; Practical rubric</a:t>
            </a:r>
          </a:p>
          <a:p>
            <a:r>
              <a:t>Egg allergy: use a prepared egg-free pancake mix scaled by the same factor, or have the student do the scaling task and join a group using non-egg roles.</a:t>
            </a:r>
          </a:p>
          <a:p>
            <a:r>
              <a:t>Peanut-free: check baking powder, milk, and syrup labels.</a:t>
            </a:r>
          </a:p>
          <a:p>
            <a:r>
              <a:t>Estimated cost: about $2 per group, $16 for 8 groups. Verify against current prices.</a:t>
            </a:r>
          </a:p>
          <a:p>
            <a:r>
              <a:t>Do a quick stove safety demonstration first if students have not used the stove yet (handles inward, dry mitts, grease fire: cover, do not use water).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Answers vary; look for a specific, honest reflection. | Cooking time, heat, or number of batches.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Unit 2: Math in the Kitchen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How do cooks use math to get the same good result every time, for two people or for two hundred?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Recipes are math. In this unit you will measure dry and liquid ingredients accurately, convert between units, work with fractions, and increase or decrease a recipe to match the number of servings you need. You will practice in two labs, and the second one is a performance task for the certification: you scale a recipe for your group and then cook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5: Measuring 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Bellringer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12 min: Direct instruction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10 min: Guided practice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16 min: Independent practice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Exit ticket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Learning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choose the right measuring tool for dry and liquid ingredients.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measure accurately by leveling and by reading at eye level.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read recipe abbreviations.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Volume: The amount of space an ingredient takes up, measured in cups, spoons, or fluid ounces.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Level: To scrape the top of a measure flat with a straight edge so it holds the exact amount.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Meniscus: The curved surface of a liquid in a measuring cup. Read the bottom of the curve.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Abbreviation: A short form used in recipes: tsp (teaspoon), Tbsp (tablespoon), c (cup), oz (ounce), lb (pound).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Bellringer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How much does a cup of flour weigh? Make a prediction. Then write how you could find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Dry and liquid measures are different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Dry measuring cups are made to be filled to the top and leveled.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Liquid measuring cups have a spout and a line below the rim, so liquid can be poured without spilling.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Using the wrong one gives a wrong amount.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How to measure dry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Spoon flour or powder into the cup until it is heaping, then slide the back of a knife across the top to level it.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Do not tap or press it down.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Pack brown sugar firmly into the cup.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For spoons, fill and level the same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How to measure liquids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Set the liquid measuring cup on a flat counter.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Pour to the line, then bend down so your eyes are level with the line.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Read the bottom of the curved surface, called the meniscus.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Recipe abbreviations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tsp means teaspoon.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Tbsp means tablespoon. c means cup. oz means ounce. lb means pound.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A capital T usually means tablespoon and a small t means teaspoon, so always read carefully.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Guided practice: Scoop vs. Spoon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Your teacher weighs one cup of flour scooped directly from the container. Record the weight in grams.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Your teacher weighs one cup of flour spooned into the cup and leveled. Record the weight.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3. Calculate the difference. What percent more flour was in the scooped cup?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Independent practice: Measuring Station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Visit four stations: dry cup, liquid cup, spoons, and kitchen scale. At each one, measure the amount on the card.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Have a partner check your measure and sign the card.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3. Match each abbreviation to its meaning on the abbreviation sheet.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5 -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Which tool measures flour: a dry cup or a liquid cup? How do you measure it correctly?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What does Tbsp stand for?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6: Equivalents, Fractions, and 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Bellringer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12 min: Direct instruction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10 min: Guided practice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16 min: Independent practice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Exit ticket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Learning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convert between common kitchen units.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add and multiply fractions of a cup.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find a measure that equals half or double an amount.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Equivalent: A different measurement that means the same amount, such as 3 teaspoons and 1 tablespoon.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Abbreviation: A short form used in recipes: tsp (teaspoon), Tbsp (tablespoon), c (cup), oz (ounce), lb (pound).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Bellringer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You need 1/4 cup of oil but your only clean measure is a tablespoon. How many tablespoons could you use?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Common equivalents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 tsp = 1 Tbsp.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4 Tbsp = 1/4 cup.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16 Tbsp = 1 cup.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8 fluid oz = 1 cup.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 cups = 1 pint.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 pints = 1 quart.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4 quarts = 1 gallon.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16 oz = 1 pound.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Metric in the kitchen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Many labels and recipes use metric units.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About 5 mL equals 1 teaspoon, 15 mL equals 1 tablespoon, and 240 mL is close to 1 cup.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About 28 grams equals 1 ounce, and 454 grams equals 1 pound.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Fractions of a cup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1/2 cup = 8 Tbsp.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1/3 cup = 5 Tbsp + 1 tsp.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1/4 cup = 4 Tbsp.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To add fractions, use a common denominator: 1/2 + 1/4 = 2/4 + 1/4 = 3/4. To halve a fraction, multiply by 1/2: half of 3/4 is 3/8.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Half of 3/4 cup is 3/8 cup.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There is no 3/8 measuring cup, so convert: 3/4 cup is 12 Tbsp, and half of 12 Tbsp is 6 Tbsp.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Using the equivalent makes the measuring easy.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Guided practice: Convert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As a class, solve: How many teaspoons are in 1/4 cup? (Use 4 Tbsp = 1/4 cup and 3 tsp = 1 Tbsp.)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With a partner, solve three more conversions on the practice sheet.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Independent practice: Fraction and Conversion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Complete the conversion chart: fill in the missing equivalents.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Find half of each amount and write it using the measure that is easiest to use.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3. Check your work with the answer strip your teacher gives you.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6 -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How many tablespoons are in 1/4 cup?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What is half of 3/4 cup? Write it in tablespoons too.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7: Lab 2: Measuring Mix (Snack Mix)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Bellringer and group roles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Lab brief: safety focus and work plan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28 min: Cook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7 min: Cleanup and station check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 min: Exit ticket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7 - Learning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measure dry ingredients accurately with the correct tools.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use equivalents when I do not have the exact measure.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follow clean, separate, and chill while I work.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7 -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Level: To scrape the top of a measure flat with a straight edge so it holds the exact amount.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Equivalent: A different measurement that means the same amount, such as 3 teaspoons and 1 tablespoon.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7 - Bellringer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Read the recipe. Which measures will you use? Circle any amount where you will need an equivalent.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7 - Lab brief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Today's focus: accurate measuring.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Wash hands first.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Use dry cups and level them.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Your Safety Officer checks that nothing touches the counter without being sanitized, and checks every label for peanuts.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7 - Lab brief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Weigh one cup of your mix at the end to compare groups.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7 - Guided practice: Group Work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Write who measures which ingredient and the order you will work in.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Decide which equivalents you will use and write them next to the recipe amounts.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7 - Lab: Cook: Measuring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Follow the recipe card. Your Safety Officer signs off each safety checkpoint.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Weigh 1 cup of your finished mix on the scale. Record it, and compare with another group.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3. Eat together, then complete cleanup and the station check.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7 -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Which equivalent did you use today? Write it as an equation.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Why might two groups' mix weigh different amounts per cup?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8: Scaling Recipes Up and 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Bellringer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12 min: Direct instruction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10 min: Guided practice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16 min: Independent practice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Exit ticket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Learning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find a conversion factor for a new yield.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increase and decrease every ingredient in a recipe.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explain what does not scale directly.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Yield: The total amount of food or number of servings a recipe makes.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Conversion factor: The number you multiply every ingredient by to change a recipe's yield: wanted servings divided by original servings.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Serving: One portion of food, the amount one person is expected to eat.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Bellringer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A recipe makes 4 servings and you need 12. Without writing anything down, how would you change it?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The conversion factor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Conversion factor = wanted servings divided by original servings.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The conversion factor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A recipe serves 4 and you need 12: 12 divided by 4 is 3, so multiply every ingredient by 3. A recipe serves 8 and you need 4: 4 divided by 8 is 1/2, so multiply every ingredient by 1/2.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Step 1: find the factor.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Step 2: multiply each ingredient by the factor.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Step 3: simplify using equivalents, for example 12 tsp becomes 4 Tbsp.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Step 4: check that the amounts make sense.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Step 5: adjust time and pan size.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What does not scale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Cooking time, pan size, and oven temperature do not scale.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An egg cannot be divided easily: beat it and measure about 3 tablespoons for one whole large egg.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What does not scale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Strong spices and salt are best added a little less than the math says, then tasted.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Cost and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Scaling also tells you what to buy.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If one group needs 1 1/2 cups of flour and 8 groups cook, the class needs 12 cups, which is 3 quarts.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Cost per serving = total cost divided by number of servings.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Guided practice: Scale a Recipe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Use the practice recipe card. It serves 8. Scale it to serve 4 (factor 1/2). Do the first two ingredients together.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Finish the rest with a partner. Use an equivalent to simplify at least one amount.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Independent practice: Scale It: Three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Scale the pancake recipe from 8 servings to 4 servings (tomorrow's lab). Fill in your group's column on the recipe card.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Scale the same recipe to 32 servings for the whole class. How much flour, milk, and eggs does the teacher need to buy?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3. Explain in one sentence what you will adjust besides the amounts.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Day 8 -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A recipe serves 6 and you need 18. What is the conversion factor?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Name one thing that does not scale directly when you change a recipe.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9: Lab 3: Scaled Pancakes (Performance Task)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Bellringer and group roles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5 min: Lab brief: safety focus and work plan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28 min: Cook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7 min: Cleanup and station check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 min: Exit ticket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9 - Learning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use my scaled recipe to cook a successful batch.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use heat and a griddle or skillet safely.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 can work as a team and finish on time.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9 -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Yield: The total amount of food or number of servings a recipe makes.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Conversion factor: The number you multiply every ingredient by to change a recipe's yield: wanted servings divided by original servings.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9 - Bellringer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Check your scaled amounts from yesterday against your partner's. Fix any differences before you start.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9 - Lab brief: safety focus is cook and clean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Turn pot and pan handles inward.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Use dry oven mitts, never wet ones.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If oil smokes, tell your teacher.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Wash hands after cracking eggs, and wash the bowl and whisk before using them for anything else.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9 - Lab brief: safety focus is cook and clean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Pancakes are done when the middle is set and no raw batter shows.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9 - Guided practice: Group Work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Divide the steps among the four jobs and write estimated minutes for each. Include 12 minutes for cooking pancakes in batches.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Have your teacher check your scaled amounts before you start.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9 - Lab: Cook: Scaled Pancakes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Cook using your own scaled amounts, not the printed ones. Your Safety Officer signs off each safety checkpoint.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Your teacher scores your scaled recipe and your lab using the Unit 2 practical rubric.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Lab day 9 -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1. Did your scaled amounts work? What would you change next time?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2. What did you adjust besides the amounts?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Recipe: Measuring Mix (Snack Mix)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 cups O-shaped cereal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 cup small pretzels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1/2 cup raisins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1/4 cup pumpkin seeds (peanut-free)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1 tablespoon cinnamon sugar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n-US">
                <a:solidFill>
                  <a:srgbClr val="1B5E3A"/>
                </a:solidFill>
                <a:latin typeface="Arial"/>
              </a:rPr>
              <a:t>Recipe: Scaled Pancakes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3 cups all-purpose flour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7 teaspoons baking powder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 teaspoons salt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 tablespoons sugar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 1/2 cups milk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2 large eggs</a:t>
            </a:r>
          </a:p>
          <a:p>
            <a:pPr>
              <a:spcAft>
                <a:spcPts val="1000"/>
              </a:spcAft>
            </a:pPr>
            <a:r>
              <a:rPr sz="2600" lang="en-US">
                <a:solidFill>
                  <a:srgbClr val="1A1A1A"/>
                </a:solidFill>
                <a:latin typeface="Arial"/>
              </a:rPr>
              <a:t>6 tablespoons vegetable oil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Whole Foods and Nutrition - Unit 2: Math in the Kitchen</dc:title>
  <dc:subject/>
  <dc:creator>ISD 197 Family and Consumer Science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en-US</dc:language>
</cp:coreProperties>
</file>