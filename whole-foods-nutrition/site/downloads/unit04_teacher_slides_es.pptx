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slide. Read the essential question aloud and connect it to the certification objectives: S1.3, S1.1, S3.3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Materials: Food cards with picture and name; Label packet (3 samples); Calculators</a:t>
            </a:r>
          </a:p>
          <a:p>
            <a:r>
              <a:t>Guided practice answers: 30 g carbohydrate x 4 = 120 cal; 10 g protein x 4 = 40 cal; 5 g fat x 9 = 45 cal; total 205 cal; carbohydrate supplies the most.</a:t>
            </a:r>
          </a:p>
          <a:p>
            <a:r>
              <a:t>Label calories rounded on real packages will not match the math exactly; point this out.</a:t>
            </a:r>
          </a:p>
          <a:p>
            <a:r>
              <a:t>Use real food packages or printed labels; no tasting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targets aloud. Students restate one in their own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Preview vocabulary; ask for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minutes. Collect on the exit ticket sheet or discuss as a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the first step, then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Circulate; Safety Officers check the checkpoints.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key: Fat. | Any two of vitamins, minerals, water.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Materials: Cereal boxes or printed labels; Food cards; Calculators; Nutrition Facts examples</a:t>
            </a:r>
          </a:p>
          <a:p>
            <a:r>
              <a:t>Guidelines cited: Dietary Guidelines for Americans 2020-2025 (half of grains whole; added sugars under 10 percent of calories).</a:t>
            </a:r>
          </a:p>
          <a:p>
            <a:r>
              <a:t>Use your own cereal samples; avoid brand claims.</a:t>
            </a:r>
          </a:p>
          <a:p>
            <a:r>
              <a:t>Use picture-supported cards for the sorting 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targets aloud. Students restate one in their own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Preview vocabulary; ask for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minutes. Collect on the exit ticket sheet or discuss as a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the first step, then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Circulate; Safety Officers check the checkpoints.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key: Beans, whole grains, fruit, vegetables; helps digestion and fullness. | The first grain in the ingredient list says "whole".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Materials: Recipe cards; Ingredients (see recipe); Pots and spoons; Oven mitts; Nutrient chart</a:t>
            </a:r>
          </a:p>
          <a:p>
            <a:r>
              <a:t>Cost estimate: about $1.50 per group, $12 for 8 groups. Verify against current prices.</a:t>
            </a:r>
          </a:p>
          <a:p>
            <a:r>
              <a:t>Oats: check for peanut cross-contact and gluten warnings. Use gluten-free certified oats for a gluten-free student.</a:t>
            </a:r>
          </a:p>
          <a:p>
            <a:r>
              <a:t>Add seeds or milk as extras only if budget allows.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targets aloud. Students restate one in their own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Preview vocabulary; ask for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minutes. Collect on the exit ticket sheet or discuss as a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the first step, then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Circulate; Safety Officers check the checkpoints.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key: Oats are the complex carbohydrate and main fiber source; fruit adds more fiber. | Answers vary: more fruit, seeds, or milk.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Materials: Food sorting cards; Plan template; Calculators</a:t>
            </a:r>
          </a:p>
          <a:p>
            <a:r>
              <a:t>Fat guidelines cited: Dietary Guidelines for Americans 2020-2025 (saturated fat under 10 percent of calories).</a:t>
            </a:r>
          </a:p>
          <a:p>
            <a:r>
              <a:t>Tree-nut and peanut allergies: use picture cards that avoid nuts as a required source; seeds, beans, and fish are plenty.</a:t>
            </a:r>
          </a:p>
          <a:p>
            <a:r>
              <a:t>Be sensitive about weight and body size when discussing fat; the goal is function and variety, not shaming.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targets aloud. Students restate one in their own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Preview vocabulary; ask for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minutes. Collect on the exit ticket sheet or discuss as a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the first step, then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Circulate; Safety Officers check the checkpoints.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key: Builds and repairs tissue, or makes enzymes and hormones. | Olive oil, nuts, seeds, avocado, or fish.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Materials: Recipe cards; Ingredients (see recipe); Forks and bowls or blenders; Can openers; Pita</a:t>
            </a:r>
          </a:p>
          <a:p>
            <a:r>
              <a:t>Cost estimate: about $2.50 per group, $20 for 8 groups. Verify against current prices.</a:t>
            </a:r>
          </a:p>
          <a:p>
            <a:r>
              <a:t>No tahini on purpose (sesame is a common allergen). Check pita for sesame.</a:t>
            </a:r>
          </a:p>
          <a:p>
            <a:r>
              <a:t>Wheat allergy: use rice crackers or veggies for dipping. Mash by fork if blenders are limited.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targets aloud. Students restate one in their own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Preview vocabulary; ask for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minutes. Collect on the exit ticket sheet or discuss as a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the first step, then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Circulate; Safety Officers check the checkpoints.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key: White beans provide protein; olive oil provides unsaturated fat. | The combination supplies a wider range of amino acids and adds fiber.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Materials: Nutrient card sort; Case study handout; Colored markers (labels also in words); Water tracker</a:t>
            </a:r>
          </a:p>
          <a:p>
            <a:r>
              <a:t>Sodium guideline: Dietary Guidelines for Americans (under 2,300 mg per day for ages 14 and up).</a:t>
            </a:r>
          </a:p>
          <a:p>
            <a:r>
              <a:t>Water estimates are National Academies Adequate Intakes for ages 14-18 (total water including food); present as estimates.</a:t>
            </a:r>
          </a:p>
          <a:p>
            <a:r>
              <a:t>Do not give individual medical advice; refer students with health concerns to the school nurse.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targets aloud. Students restate one in their own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Preview vocabulary; ask for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minutes. Collect on the exit ticket sheet or discuss as a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the first step, then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Circulate; Safety Officers check the checkpoints.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key: Fat-soluble: A, D, E, or K. Water-soluble: C or a B vitamin. | Calcium; milk, yogurt, fortified soy, leafy greens.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Materials: Recipe cards; Ingredients (see recipe); Knives and boards; Damp towels; Unit 4 practical rubric</a:t>
            </a:r>
          </a:p>
          <a:p>
            <a:r>
              <a:t>Cost estimate: about $3 per group, $24 for 8 groups. Verify against current prices; substitute seasonal fruit to keep cost down.</a:t>
            </a:r>
          </a:p>
          <a:p>
            <a:r>
              <a:t>Cert performance task (Standard 1): effective communication with young adults about healthy eating; students use plain vocabulary for their audience.</a:t>
            </a:r>
          </a:p>
          <a:p>
            <a:r>
              <a:t>Milk allergy: use a dairy-free yogurt. Peanut-free: check yogurt and fruit-cup labels if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targets aloud. Students restate one in their own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Preview vocabulary; ask for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minutes. Collect on the exit ticket sheet or discuss as a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the first step, then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Circulate; Safety Officers check the checkpoints.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key: Orange (citrus); vitamin C helps healing, immunity, and iron absorption. | Answers vary; look for plain words and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Ingredients display for lab setup. Peanut-free kitchen: confirm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Ingredients display for lab setup. Peanut-free kitchen: confirm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Ingredients display for lab setup. Peanut-free kitchen: confirm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Unidad 4: Las seis clases de nutrientes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¿Qué hace realmente la comida por mi cuerpo y cómo puedo comer para obtener lo que necesito?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La comida es más que calorías. Es un sistema de entrega de seis clases de nutrientes: carbohidratos, proteínas, grasas, vitaminas, minerales y agua. Aprenderás qué hace cada uno, qué alimentos lo aportan y qué puede pasar si recibes muy poco o demasiado. En tres laboratorios cocinarás platillos con granos integrales, ricos en proteína y de frutas coloridas, y explicarás los nutrientes que contienen.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15: Seis clases de nutrientes: la visión general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5 min: Actividad de inicio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12 min: Instrucción directa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10 min: Práctica guiada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16 min: Práctica independiente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5 min: Boleto de salida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15 - Metas de aprendizaje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Puedo nombrar las seis clases de nutrientes.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Puedo decir qué nutrientes dan energía y cuáles no.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Puedo calcular las calorías a partir de los gramos de carbohidrato, proteína y grasa.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15 - Vocabulario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Nutriente: Una sustancia de los alimentos que el cuerpo necesita para crecer, funcionar y mantenerse sano.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Caloría: Una unidad que mide la energía de los alimentos. Los carbohidratos y las proteínas tienen 4 calorías por gramo; la grasa tiene 9.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Densidad de nutrientes: La cantidad de nutrientes que aporta un alimento en comparación con sus calorías.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15 - Actividad de inicio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Anota todo lo que comiste ayer. Encierra en un círculo los alimentos que creas más nutritivos. ¿Por qué?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15 - Las seis clases (1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Carbohidratos, proteínas, grasas, vitaminas, minerales y agua.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Los carbohidratos, las proteínas y las grasas se llaman macronutrientes porque el cuerpo los necesita en grandes cantidades.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15 - Las seis clases (2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Las vitaminas y los minerales son micronutrientes, necesarios en pequeñas cantidades.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15 - Nutrientes que dan energía y calorías (1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Los carbohidratos y las proteínas aportan 4 calorías por gramo.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La grasa aporta 9 calorías por gramo.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Las vitaminas, los minerales y el agua no aportan calorías.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15 - Nutrientes que dan energía y calorías (2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Un alimento con 10 gramos de grasa tiene 10 por 9, o 90 calorías de grasa.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15 - Por qué importa la variedad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Ningún alimento tiene las seis clases en las cantidades correctas.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Comer de todos los grupos de alimentos te da una mezcla.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Los alimentos ricos en nutrientes aportan muchos nutrientes para sus calorías.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15 - Muy poco y demasiado (1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Muy poco de un nutriente puede causar deficiencia: por ejemplo, muy poca vitamina C puede causar escorbuto y muy poco hierro puede causar anemia.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15 - Muy poco y demasiado (2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Demasiado de algunos nutrientes, como el sodio o el azúcar añadido, puede aumentar los riesgos para la salud con el tiempo.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15 - Práctica guiada: Calorías a partir de gramos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1. Usa la etiqueta de ejemplo: 30 g de carbohidrato, 10 g de proteína, 5 g de grasa. Calcula las calorías de cada nutriente.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2. Súmalas. ¿Cuántas calorías en total? ¿Qué nutriente aporta más?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15 - Práctica independiente: Tarjetas de detective de nutrientes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1. Clasifica las tarjetas de alimentos según el nutriente que más aportan.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2. Calcula las calorías de tres etiquetas del paquete de etiquetas.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3. Escribe una oración sobre por qué una variedad de alimentos es mejor que un solo alimento favorito.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15 - Boleto de salida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1. ¿Qué nutriente tiene 9 calorías por gramo?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2. Nombra dos clases de nutrientes que no aportan calorías.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16: Carbohidratos: combustible y fibra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5 min: Actividad de inicio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12 min: Instrucción directa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10 min: Práctica guiada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16 min: Práctica independiente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5 min: Boleto de salida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16 - Metas de aprendizaje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Puedo comparar carbohidratos simples y complejos.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Puedo explicar qué hace la fibra y nombrar sus fuentes.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Puedo identificar alimentos de grano integral en una lista de ingredientes.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16 - Vocabulario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Carbohidrato: La principal fuente de energía del cuerpo, presente en azúcares, almidones y fibra.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Fibra: Un carbohidrato de las plantas que el cuerpo no puede digerir; ayuda a la digestión y a sentirte lleno.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16 - Actividad de inicio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¿Qué te da energía por más tiempo: una barra de dulce o un plato de avena? Predice y explica.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16 - Qué hacen los carbohidratos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Tu cuerpo descompone los carbohidratos en glucosa, el combustible principal del cerebro y los músculos.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Los carbohidratos aportan 4 calorías por gramo.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16 - Simples y complejos (1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Los carbohidratos simples son azúcares.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Algunos, como los de la fruta y la leche, vienen con otros nutrientes.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Los azúcares añadidos de los refrescos y los dulces aportan calorías con pocos nutrientes.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16 - Simples y complejos (2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Los carbohidratos complejos son almidones y fibra, presentes en granos integrales, legumbres y verduras.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Se digieren más lentamente y dan una energía más constante.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16 - Fibra (1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La fibra es la parte de los alimentos vegetales que el cuerpo no puede digerir.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Ayuda a la digestión, a sentirte lleno y apoya la salud del corazón.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16 - Fibra (2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Las fuentes incluyen frijoles, granos integrales, frutas con cáscara, verduras, nueces y semillas.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16 - Granos integrales y azúcar añadido (1 de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Un grano integral conserva todas las partes de la semilla.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16 - Granos integrales y azúcar añadido (2 de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Las Guías Alimentarias para los Estadounidenses sugieren que al menos la mitad de tus granos sean integrales y que los azúcares añadidos sean menos del 10 por ciento de las calorías diarias.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16 - Granos integrales y azúcar añadido (3 de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En una etiqueta, busca "integral" como primer grano en la lista de ingredientes.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16 - Práctica guiada: Lee la lista de ingredientes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1. Mira las listas de ingredientes de dos cereales. ¿Cuál tiene primero un grano integral?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2. Encuentra los gramos de fibra y de azúcares añadidos en cada etiqueta de datos nutricionales.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16 - Práctica independiente: Comparación de carbohidratos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1. Clasifica 12 alimentos en simples, complejos o ambos.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2. Compara tres alimentos de desayuno: gramos de fibra, gramos de azúcar añadido y calorías. Clasifícalos por densidad de nutrientes.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3. Planifica un desayuno rico en fibra para el laboratorio de mañana usando granos integrales.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16 - Boleto de salida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1. Nombra una fuente de fibra y una cosa que haga la fibra.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2. ¿Cómo puedes saber si un cereal es de grano integral?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17: Laboratorio 7: Tazones de avena integral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5 min: Actividad de inicio y roles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5 min: Introducción: seguridad y plan de trabajo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28 min: Cocinar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7 min: Limpieza y revisión de la estación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3 min: Boleto de salida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17 - Metas de aprendizaje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Puedo cocinar un grano integral en la estufa.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Puedo explicar los carbohidratos y la fibra de mi platillo.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Puedo aplicar los hábitos de seguridad en la estufa y de limpiar, cocinar y enfriar.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17 - Vocabulario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Carbohidrato: La principal fuente de energía del cuerpo, presente en azúcares, almidones y fibra.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Fibra: Un carbohidrato de las plantas que el cuerpo no puede digerir; ayuda a la digestión y a sentirte lleno.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17 - Actividad de inicio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¿Qué ingredientes agregan fibra a la avena? ¿Cuáles agregan sobre todo azúcar? Anota dos de cada uno.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17 - Introducción del laboratorio (1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Enfoque de seguridad: cocinar.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Mangos hacia adentro, guantes secos, revuelve a menudo para que la avena no se pegue.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El vapor quema: levanta la tapa alejándola de la cara.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17 - Introducción del laboratorio (2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Lávate las manos y revisa que las etiquetas digan sin cacahuate.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Después de comer, nombra el carbohidrato y la fibra de tu tazón.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17 - Práctica guiada: Plan de trabajo del grupo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1. Escribe quién mide, quién cocina, quién prepara los ingredientes de encima y quién limpia.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2. Decide cómo explicará cada persona un nutriente del tazón.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17 - Laboratorio: Cocinar: Tazones de avena integral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1. Sigue la tarjeta de receta. Tu Oficial de seguridad firma cada punto de control de seguridad.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2. Llena la tabla de nutrientes: fuente de carbohidrato, fuente de fibra y cualquier proteína o grasa en tu tazón.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3. Completa la limpieza. Remoja la olla de inmediato porque la avena se pega.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17 - Boleto de salida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1. Nombra el carbohidrato y la fuente de fibra de tu tazón.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2. ¿Qué agregarías o cambiarías para que sea más rico en nutrientes?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18: Proteínas y grasas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5 min: Actividad de inicio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12 min: Instrucción directa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10 min: Práctica guiada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16 min: Práctica independiente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5 min: Boleto de salida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18 - Metas de aprendizaje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Puedo explicar qué hace la proteína y nombrar fuentes animales y vegetales.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Puedo distinguir las grasas insaturadas, saturadas y trans y nombrar fuentes.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Puedo explicar por qué el cuerpo necesita algo de grasa.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18 - Vocabulario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Proteína: Un nutriente formado por aminoácidos que construye y repara los tejidos del cuerpo.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Grasa insaturada: Una grasa, generalmente líquida a temperatura ambiente, presente en aceites, nueces, semillas, aguacate y pescado.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Caloría: Una unidad que mide la energía de los alimentos. Los carbohidratos y las proteínas tienen 4 calorías por gramo; la grasa tiene 9.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18 - Actividad de inicio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Nombra tres alimentos ricos en proteína. Luego nombra tres alimentos ricos en grasa. ¿Alguno aparece en ambas listas?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18 - Qué hace la proteína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La proteína está hecha de bloques llamados aminoácidos.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Construye y repara músculos, piel y órganos, y ayuda a producir enzimas y hormonas.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La proteína aporta 4 calorías por gramo.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18 - Fuentes de proteína (1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Las fuentes animales incluyen carne, aves, pescado, huevos y lácteos.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Las fuentes vegetales incluyen frijoles, lentejas, tofu, nueces, semillas y granos integrales.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Las proteínas animales aportan los nueve aminoácidos esenciales.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18 - Fuentes de proteína (2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A la mayoría de las proteínas vegetales les falta uno o más, pero comer una variedad de alimentos vegetales durante el día los proporciona todos.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18 - Qué hace la grasa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La grasa almacena energía a 9 calorías por gramo, protege los órganos, ayuda a las células a funcionar y ayuda al cuerpo a absorber las vitaminas A, D, E y K.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Tu cuerpo necesita algo de grasa, pero el tipo y la cantidad importan.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18 - Tipos de grasa (1 de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Las grasas insaturadas, presentes en aceites, nueces, semillas, aguacate y pescado, son las mejores opciones.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18 - Tipos de grasa (2 de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Las grasas saturadas, presentes en mantequilla, queso, carnes grasas y aceite de coco, deben limitarse a menos del 10 por ciento de las calorías diarias.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18 - Tipos de grasa (3 de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Las grasas trans artificiales fueron eliminadas en gran parte del suministro de alimentos de los EE.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UU. y deben evitarse.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18 - Práctica guiada: ¿Proteína o grasa?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1. Como clase, clasifiquen diez alimentos: sobre todo proteína, sobre todo grasa o ambas. Comenten los alimentos que son ambas, como los huevos y el queso.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2. Elige una proteína vegetal y una animal y escribe el dato de aminoácidos de cada una.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18 - Práctica independiente: Planifica una comida rica en proteína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1. Planifica una comida con una proteína vegetal y una grasa insaturada para el laboratorio de mañana.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2. Haz una tabla: fuente de proteína, fuente de grasa y la función que cada nutriente cumple en tu cuerpo.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3. Escribe una pregunta que todavía tengas sobre la proteína o la grasa.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18 - Boleto de salida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1. ¿Cuál es una función de la proteína en el cuerpo?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2. Nombra una fuente de grasa insaturada.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19: Laboratorio 8: Dip de frijol blanco y pan pita (proteína vegetal)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5 min: Actividad de inicio y roles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5 min: Introducción: seguridad y plan de trabajo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28 min: Cocinar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7 min: Limpieza y revisión de la estación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3 min: Boleto de salida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19 - Metas de aprendizaje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Puedo preparar un platillo de proteína vegetal con una grasa insaturada.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Puedo usar un tenedor o una licuadora para machacar y mezclar con seguridad.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Puedo explicar la proteína y la grasa de mi platillo.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19 - Vocabulario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Proteína: Un nutriente formado por aminoácidos que construye y repara los tejidos del cuerpo.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Grasa insaturada: Una grasa, generalmente líquida a temperatura ambiente, presente en aceites, nueces, semillas, aguacate y pescado.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19 - Actividad de inicio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¿Qué ingrediente de la receta de hoy es la proteína? ¿Cuál es la grasa insaturada?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19 - Introducción del laboratorio (1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Enfoque de seguridad: separar y limpiar.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Escurre y enjuaga los frijoles.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Usa una cuchara limpia para probar y nunca metas dos veces la misma cuchara.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Si usas la licuadora, con tapa y desconéctala antes de limpiar.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19 - Introducción del laboratorio (2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Mantén el dip frío hasta servir.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Revisa que las etiquetas digan sin cacahuate.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19 - Práctica guiada: Plan de trabajo del grupo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1. Decide si tu grupo machacará con tenedor o licuará. Escribe por qué.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2. Asigna quién prueba y ajusta el limón y la sal.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19 - Laboratorio: Cocinar: Dip de frijol blanco y pan pita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1. Sigue la tarjeta de receta. Tu Oficial de seguridad firma cada punto de control de seguridad.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2. Prueba y escribe una cosa que cambiarías.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3. Completa la limpieza y la revisión de la estación.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19 - Boleto de salida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1. ¿Qué ingrediente aporta la proteína y cuál aporta la grasa insaturada?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2. ¿Por qué es buena idea combinar frijoles con pan pita integral?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20: Vitaminas, minerales y agua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5 min: Actividad de inicio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12 min: Instrucción directa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10 min: Práctica guiada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16 min: Práctica independiente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5 min: Boleto de salida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20 - Metas de aprendizaje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Puedo nombrar vitaminas y minerales clave, sus funciones y fuentes alimentarias.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Puedo explicar la diferencia entre vitaminas liposolubles e hidrosolubles.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Puedo explicar por qué importa el agua y cuánta necesitamos.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20 - Vocabulario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Vitamina: Un nutriente orgánico necesario en pequeñas cantidades para ayudar al cuerpo a funcionar.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Mineral: Un nutriente de la tierra, como el calcio o el hierro, necesario para los huesos, la sangre y muchas funciones del cuerpo.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Densidad de nutrientes: La cantidad de nutrientes que aporta un alimento en comparación con sus calorías.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20 - Actividad de inicio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¿Cuáles son algunas señales de que tu cuerpo necesita agua? Escribe dos. ¿Qué bebes normalmente en un día?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20 - Vitaminas (1 de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Las vitaminas se necesitan en pequeñas cantidades.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Las vitaminas liposolubles (A, D, E, K) pueden almacenarse en el cuerpo.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20 - Vitaminas (2 de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Las vitaminas hidrosolubles (C y las vitaminas B) no se almacenan mucho, así que las necesitas con regularidad.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La vitamina A ayuda a la vista y la piel.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La vitamina C ayuda a la cicatrización y al sistema inmunitario.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20 - Vitaminas (3 de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La vitamina D ayuda al cuerpo a usar el calcio.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La vitamina K ayuda a la coagulación de la sangre.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20 - Minerales (1 de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El calcio forma huesos y dientes (leche, yogur, soya fortificada, verduras de hoja verde).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20 - Minerales (2 de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El hierro transporta oxígeno en la sangre (frijoles, carne, cereal fortificado); los adolescentes, sobre todo las chicas, necesitan bastante.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El potasio ayuda a los músculos y a la presión arterial (plátanos, frijoles, papas).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20 - Minerales (3 de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El sodio equilibra los líquidos, pero la mayoría de las personas come demasiado de alimentos empacados; la guía es menos de 2,300 mg al día.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20 - Agua (1 de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El agua forma gran parte de tu cuerpo.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Transporta nutrientes, controla la temperatura, amortigua las articulaciones y elimina desechos.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Las necesidades varían con el tamaño, la actividad y el calor.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20 - Agua (2 de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Las Academias Nacionales estiman un total de agua de unos 2.3 litros al día para chicas adolescentes y 3.3 litros para chicos adolescentes, entre bebidas y alimentos.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20 - Agua (3 de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La orina amarillo pálido es una señal aproximada de que bebes lo suficiente.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20 - Primero los alimentos (1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La mayoría de los adolescentes sanos puede obtener las vitaminas y los minerales que necesita de una dieta variada.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Las frutas y verduras coloridas son buenas fuentes.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20 - Primero los alimentos (2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Los suplementos no sustituyen a los alimentos y un médico o dietista debe guiar cualquier suplemento.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20 - Práctica guiada: Relaciona el nutriente con su función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1. Relaciona cada vitamina o mineral con su función y una fuente alimentaria en la clasificación de tarjetas.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2. Elige los tres nutrientes que crees que los adolescentes más suelen no consumir lo suficiente y explica tu elección.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20 - Práctica independiente: Casos de estudio y plato arcoíris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1. Lee tres casos breves de deficiencia (por ejemplo, poco hierro o poca vitamina D). Nombra el nutriente y sugiere alimentos.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2. Dibuja un plato arcoíris: una fruta o verdura de cada color y la vitamina o el mineral que aporta.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3. Registra tu agua en un día mañana y trae los resultados.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20 - Boleto de salida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1. Nombra una vitamina liposoluble y una hidrosoluble.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2. ¿Qué mineral forma los huesos y cuál es una fuente?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21: Laboratorio 9: Ensalada arcoíris de frutas (vitaminas y minerales)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5 min: Actividad de inicio y roles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5 min: Introducción: seguridad y plan de trabajo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28 min: Cocinar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7 min: Limpieza y revisión de la estación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3 min: Boleto de salida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21 - Metas de aprendizaje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Puedo lavar, cortar y preparar fruta con seguridad.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Puedo nombrar las vitaminas y los minerales de las frutas que usé.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Puedo explicar un nutriente a un compañero en lenguaje sencillo.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21 - Vocabulario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Vitamina: Un nutriente orgánico necesario en pequeñas cantidades para ayudar al cuerpo a funcionar.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Mineral: Un nutriente de la tierra, como el calcio o el hierro, necesario para los huesos, la sangre y muchas funciones del cuerpo.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Densidad de nutrientes: La cantidad de nutrientes que aporta un alimento en comparación con sus calorías.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21 - Actividad de inicio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Elige una fruta de la receta de hoy. Predice una vitamina o un mineral que contiene.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21 - Introducción del laboratorio (1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Enfoque de seguridad: cuchillos y limpiar.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Toalla húmeda, posición de garra, un cortador a la vez.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Lava la fruta con agua corriente.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El jugo cítrico evita que las manzanas cortadas se oscurezcan por la vitamina C.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21 - Introducción del laboratorio (2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Después de comer, cada persona explica a un compañero un nutriente de la ensalada con lenguaje sencillo, que es la práctica de la Unidad 4.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21 - Práctica guiada: Plan de trabajo del grupo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1. Escribe quién corta qué fruta y quién hace el aderezo.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2. Elige el nutriente que explicarás y escríbelo con tus propias palabras en dos oraciones.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21 - Laboratorio: Cocinar: Ensalada arcoíris de frutas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1. Sigue la tarjeta de receta. Tu Oficial de seguridad firma cada punto de control de seguridad.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2. Explica un nutriente de la ensalada a un compañero. Tu compañero califica la exactitud y la claridad con la rúbrica de la Unidad 4.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3. Completa la limpieza y la revisión de la estación.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21 - Boleto de salida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1. ¿Qué fruta aportó más vitamina C y por qué importa?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2. ¿Qué notaste sobre cómo explicar nutrición a un compañero?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Receta: Tazones de avena integral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3 tazas agua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 1/2 tazas avena en hojuelas tradicional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1/4 cucharadita sal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 medianos plátanos, rebanados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1/4 taza pasas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 cucharadita canela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Receta: Dip de frijol blanco y pan pita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 lata (15 oz) frijoles blancos, escurridos y enjuagados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 cucharadas aceite de oliva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 cucharadas jugo de limón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1/2 cucharadita ajo en polvo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1/4 cucharadita sal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 integrales panes pita, cortados en triángulos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 medianas zanahorias, cortadas en palitos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Receta: Ensalada arcoíris de frutas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 medianas manzanas (roja y verde si es posible)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 medianas naranjas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 medianos plátanos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 taza uvas o frutos rojos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1/2 taza yogur natural (mantenido frío)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 cucharadas jugo de naranja (de una naranja)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Alimentos Integrales y Nutrición - Unidad 4: Las seis clases de nutrientes</dc:title>
  <dc:subject/>
  <dc:creator>ISD 197 Family and Consumer Science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es-US</dc:language>
</cp:coreProperties>
</file>