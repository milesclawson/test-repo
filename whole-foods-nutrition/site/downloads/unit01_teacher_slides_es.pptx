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slide. Read the essential question aloud and connect it to the certification objectives: S3.1, S3.2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Materials: Course syllabus (confirm policies match current syllabus); Group cards (8); Kitchen map handout; Clipboards</a:t>
            </a:r>
          </a:p>
          <a:p>
            <a:r>
              <a:t>Confirm every policy on this page matches the current syllabus before using it.</a:t>
            </a:r>
          </a:p>
          <a:p>
            <a:r>
              <a:t>Do the kitchen walk before students touch any equipment.</a:t>
            </a:r>
          </a:p>
          <a:p>
            <a:r>
              <a:t>Record student allergies on the group cards; peanut-free kitchen. Check labels on every packaged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targets aloud. Students restate one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vocabulary; ask for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Collect on the exit ticket sheet or discuss as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first step, then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Circulate; Safety Officers check the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Examples: keep a C- or better; wash hands; follow your group job; make up missed labs within two weeks. | Teacher fills in your kitchen's 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Materials: Sinks, soap, paper towels; School-approved sanitizer and test strips; Timer; Handwashing sequence cards; Station checklist</a:t>
            </a:r>
          </a:p>
          <a:p>
            <a:r>
              <a:t>Optional glitter or lotion demo: put a little lotion mixed with glitter on one student's hands, have them shake hands with others, then show how it spread.</a:t>
            </a:r>
          </a:p>
          <a:p>
            <a:r>
              <a:t>Use the sanitizer and concentration your district approves. Check with test strips; do not state a ppm here unless it matches your product label.</a:t>
            </a:r>
          </a:p>
          <a:p>
            <a:r>
              <a:t>Never allow students to mix cleaning chemicals.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targets aloud. Students restate one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vocabulary; ask for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Collect on the exit ticket sheet or discuss as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first step, then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Circulate; Safety Officers check the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Wash with soap and water, rinse, sanitize. | Any two: before cooking, after the restroom, after touching face/hair/phone, after raw meat or eggs, after trash.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Materials: Scene card (5 planted errors); Food temperature cards; Poster paper and markers; Food thermometer for demo</a:t>
            </a:r>
          </a:p>
          <a:p>
            <a:r>
              <a:t>Temperatures are USDA FSIS safe minimum internal temperatures; confirm before printing.</a:t>
            </a:r>
          </a:p>
          <a:p>
            <a:r>
              <a:t>Scene card errors suggested: no handwashing before cooking; same board for raw chicken and salad; chicken left on the counter for 3 hours; leftovers stored warm in a deep pot; thermometer not used.</a:t>
            </a:r>
          </a:p>
          <a:p>
            <a:r>
              <a:t>Do a live thermometer demo in water of different temperatures if you have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targets aloud. Students restate one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vocabulary; ask for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Collect on the exit ticket sheet or discuss as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first step, then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Circulate; Safety Officers check the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40°F to 140°F. | 165°F. | Separate cutting boards; store raw foods on the bottom shelf; wash hands and tools between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Materials: Recipe cards (1 per group); Ingredients (see recipe); Station checklist; Lab rubric (Unit 1 practical)</a:t>
            </a:r>
          </a:p>
          <a:p>
            <a:r>
              <a:t>Peanut-free kitchen: read every label (granola especially). If a student has a milk allergy, use a dairy-free yogurt.</a:t>
            </a:r>
          </a:p>
          <a:p>
            <a:r>
              <a:t>Use the Unit 1 practical rubric to score hands, sanitizing, separation, and teamwork.</a:t>
            </a:r>
          </a:p>
          <a:p>
            <a:r>
              <a:t>Estimated cost: about $3 per group, $24 for 8 groups. Verify against current prices.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targets aloud. Students restate one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vocabulary; ask for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Collect on the exit ticket sheet or discuss as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first step, then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Circulate; Safety Officers check the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Answers vary; look for a specific action. | Answers vary.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Ingredients display for lab setup. Peanut-free kitchen: confirm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Unidad 1: Procedimientos de laboratorio y bases de seguridad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¿Qué hábitos mantienen a todos seguros y sanos cuando cocinamos juntos?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Antes de cocinar, aprendemos cómo se mantiene segura una cocina profesional. Aprenderás las reglas del curso, cómo lavarte las manos y limpiar una estación, cómo se propagan los gérmenes y los cuatro pasos que previenen las enfermedades transmitidas por alimentos: limpiar, separar, cocinar y enfriar. En el día 4, tu grupo hace su primer laboratorio.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1: Bienvenidos a la cocina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Actividad de inicio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12 min: Instrucción directa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10 min: Práctica guiada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16 min: Práctica independiente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Boleto de salida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1 - Metas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explicar cómo se calcula mi calificación y cómo calificar para los laboratorios.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nombrar las cuatro tareas del grupo en la cocina.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encontrar el equipo de seguridad en nuestra cocina.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1 - Vocabulario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Plan de trabajo: Una lista de quién hace cada tarea, y en qué orden, para terminar una receta a tiempo.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Mise en place (todo en su lugar): Frase francesa que significa reunir y preparar todo antes de empezar a cocinar.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1 - Actividad de inicio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Piensa en una vez que cocinaste o ayudaste a cocinar. ¿Qué salió bien? ¿Qué salió mal? Escribe dos oraciones.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1 - Qué es esta clase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Alimentos Integrales y Nutrición estudia de dónde viene la comida, qué hace por tu cuerpo y cómo prepararla de forma segura.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Aprendemos en el salón y luego practicamos en la cocina.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1 - Qué es esta clase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Aproximadamente cuatro de cada diez días son días de cocina.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1 - Cómo funciona tu calificación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Tu calificación es 80 por ciento trabajo sumativo (exámenes de unidad, desempeño en el laboratorio, proyectos) y 20 por ciento trabajo formativo (actividades de inicio, práctica, boletos de salida).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1 - Cómo funciona tu calificación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Los exámenes de unidad se hacen en Quia durante Warrior Time.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Puedes repetir un examen una vez, dentro de dos semanas, si todo el trabajo formativo de esa unidad está completo.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1 - Reglas del laboratorio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Necesitas una C- o más para participar en el laboratorio de cocina.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Los laboratorios que faltes deben reponerse dentro de dos semanas con la hoja de reposición en Canvas.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1 - Reglas del laboratorio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No se acepta trabajo tarde después de dos semanas de la fecha de entrega.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1 - Cuatro tareas, cada laboratorio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Cada grupo tiene cuatro personas y cuatro tareas: Jefe de cocina, Ayudante de cocina, Oficial de seguridad e higiene y Encargado de materiales y limpieza.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1 - Cuatro tareas, cada laboratorio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Las tareas rotan en cada laboratorio para que todos practiquen todas las habilidades.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1 - Práctica guiada: Recorrido de seguridad de la cocina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Sigue a tu maestra por la cocina. En cada parada, anota lo que ves y para qué sirve.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Paradas: lavamanos, extintor, botiquín de primeros auxilios, manta o corte de emergencia, salidas de emergencia, estación de desinfectante, almacenamiento de cuchillos y refrigerador.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1 - Práctica independiente: Búsqueda del tesoro de seguridad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Con tu grupo, encuentra cada elemento del Mapa de seguridad y márcalo en un dibujo de la cocina.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Escribe la regla que corresponde a cada elemento. Ejemplo: "Nunca uses agua en un fuego de grasa."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3. Elige los roles para tu primer laboratorio. Escribe la tarea de cada persona en la tarjeta del grupo.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1 - Boleto de salida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Nombra dos cosas que debes hacer para participar en el laboratorio.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¿Dónde está el extintor?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2: Limpiar: manos y superficies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Actividad de inicio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12 min: Instrucción directa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10 min: Práctica guiada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16 min: Práctica independiente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Boleto de salida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2 - Metas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lavarme las manos correctamente.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enumerar cuándo lavarme las manos en una cocina.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limpiar y desinfectar una superficie de trabajo en el orden correcto.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2 - Vocabulario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Patógeno: Un germen, como una bacteria o un virus, que puede enfermar a las personas.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Enfermedad transmitida por alimentos: Enfermedad causada por comer alimentos que contienen gérmenes o sustancias dañinas.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Desinfectar: Reducir los gérmenes de una superficie limpia hasta un nivel seguro.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2 - Actividad de inicio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Haz una lista de tres cosas que tocaste hoy antes de llegar a clase. ¿Alguna podría tener gérmenes?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2 - Cómo los alimentos enferman a las personas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Las enfermedades transmitidas por alimentos son causadas por patógenos.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Bacterias como Salmonella y E. coli, y virus como el norovirus, pueden llegar a los alimentos desde las manos, las superficies y otros alimentos.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2 - Cómo los alimentos enferman a las personas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Los síntomas incluyen vómito, diarrea, cólicos estomacales y fiebre.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2 - Lavado de manos en cinco pasos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Moja las manos con agua corriente limpia.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Agrega jabón y haz espuma en el dorso de las manos, entre los dedos y debajo de las uñas.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3. Frota durante al menos 20 segundos.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4. Enjuaga bien.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2 - Lavado de manos en cinco pasos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5. Seca con una toalla de papel limpia y úsala para cerrar el grifo.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2 - Cuándo lavarse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Lávate antes de empezar a cocinar, después de usar el baño, después de tocarte la cara, el cabello o el teléfono, después de manipular carne cruda, aves, mariscos o huevos, después de sacar la basura, después de estornudar o toser, y siempre que tus manos estén sucias.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2 - Primero limpiar, luego desinfectar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Limpiar quita la suciedad y los restos de comida.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Desinfectar reduce los gérmenes.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Hazlos siempre en este orden: lava con agua y jabón, enjuaga y luego desinfecta.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2 - Primero limpiar, luego desinfectar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Usa el desinfectante aprobado por la escuela en la concentración indicada en la etiqueta y deja secar la superficie al aire.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2 - Preparación personal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Recógete el cabello largo, usa un delantal limpio, quítate anillos y pulseras, mantén las uñas cortas y limpias, usa zapatos cerrados y cubre cualquier cortada con una curita y un guante.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2 - Preparación personal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Si estás enfermo, avísale a tu maestra y no manipules alimentos.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2 - Práctica guiada: Práctica de lavado de manos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Observa la demostración. Tu maestra muestra los cinco pasos mientras sigues con las manos en el aire en tu asiento (todavía sin lavamanos).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Tararea "Cumpleaños feliz" dos veces, o cuenta hasta 20, para sentir cuánto dura 20 segundos.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3. Completa la tarjeta de secuencia: pon los cinco pasos en orden.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2 - Práctica independiente: Lávalo, límpialo, desinféctalo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Cada persona se lava las manos en el lavamanos durante 20 segundos mientras un compañero cronometra y revisa los cinco pasos.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En tu estación, lava una parte del mostrador con agua y jabón, enjuaga y luego desinfecta. Tu Oficial de seguridad revisa el orden con la lista de verificación.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3. Completa la tabla "¿Cuándo me lavo?" con al menos seis momentos.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2 - Boleto de salida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Pon en orden: desinfectar, enjuagar, lavar con agua y jabón.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Nombra dos momentos en que debes lavarte las manos al cocinar.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3: Separar, cocinar, enfriar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Actividad de inicio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12 min: Instrucción directa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10 min: Práctica guiada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16 min: Práctica independiente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Boleto de salida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3 - Metas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prevenir la contaminación cruzada.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indicar la zona de peligro de temperatura y las temperaturas seguras de cocción.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explicar cómo enfriar y almacenar los alimentos de forma segura.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3 - Vocabulario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Contaminación cruzada: La propagación de gérmenes de un alimento, superficie o mano a otro.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Zona de peligro de temperatura: El rango de 40 °F a 140 °F donde las bacterias crecen más rápido.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Temperatura interna: La temperatura en el centro de la parte más gruesa de un alimento.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3 - Actividad de inicio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Un cocinero corta pollo crudo en una tabla y luego rebana tomates en la misma tabla sin lavarla. ¿Qué podría salir mal?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3 - Separar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 contaminación cruzada ocurre cuando los gérmenes pasan de un lugar a otro.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3 - Separar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Se previene usando tablas de cortar y utensilios separados para carne cruda, aves, mariscos y huevos; guardando los alimentos crudos en el estante más bajo del refrigerador para que los jugos no goteen sobre otros alimentos; y lavando las manos y las herramientas entre tareas.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3 - Cocinar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No puedes saber si un alimento es seguro por su color.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Usa un termómetro limpio en la parte más gruesa.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3 - Cocinar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Temperaturas internas seguras del USDA: aves 165 °F; carnes molidas 160 °F; res, cerdo, cordero y pescado 145 °F (con 3 minutos de reposo para res, cerdo y cordero); platos con huevo 160 °F; sobras 165 °F.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3 - Enfriar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Las bacterias crecen más rápido en la zona de peligro de temperatura, de 40 °F a 140 °F.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Mantén el refrigerador a 40 °F o menos.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3 - Enfriar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Refrigera los alimentos perecederos dentro de 2 horas (dentro de 1 hora si la temperatura ambiente pasa de 90 °F).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Descongela en el refrigerador, en agua fría o en el microondas, no sobre el mostrador.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3 - Práctica guiada: Encuentra los errores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Lean juntos la tarjeta de la escena de la cocina. Hay cinco errores de seguridad.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Con un compañero, encierra en un círculo cada error y escribe qué hábito rompe: limpiar, separar, cocinar o enfriar.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3. Escribe la solución junto a cada error.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3 - Práctica independiente: Detectives de la zona de peligro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Clasifica las 12 tarjetas de alimentos por temperatura interna segura con la tabla.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Responde los tres casos: un almuerzo olvidado en una mochila, una cazuela dejada en el mostrador y descongelar un pavo. Decide qué es seguro y por qué.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3. Haz un cartel de una página "Limpiar, separar, cocinar, enfriar" para tu estación. Usa palabras y símbolos, no solo color.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3 - Boleto de salida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Nombra la zona de peligro de temperatura.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¿Cuál es la temperatura interna segura para el pollo?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3. Nombra una forma de prevenir la contaminación cruzada.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4: Laboratorio 1: Parfait de fruta y yogur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Actividad de inicio y roles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Introducción: seguridad y plan de trabajo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28 min: Cocinar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7 min: Limpieza y revisión de la estación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 min: Boleto de salida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4 - Metas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trabajar con mi grupo usando un plan de trabajo y tareas asignadas.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aplicar limpiar, separar y enfriar mientras preparo alimentos.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medir ingredientes con exactitud.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4 - Vocabulario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Mise en place (todo en su lugar): Frase francesa que significa reunir y preparar todo antes de empezar a cocinar.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Plan de trabajo: Una lista de quién hace cada tarea, y en qué orden, para terminar una receta a tiempo.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4 - Actividad de inicio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Lee la receta de hoy. ¿Qué tarea tienes? Escribe lo primero que harás.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4 - Introducción del laboratorio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Enfoque de seguridad de hoy: limpiar y enfriar.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Lávate las manos antes de tocar los alimentos.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Mantén el yogur en el refrigerador hasta el momento de armar.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Revisa la etiqueta de cada paquete para ver si tiene cacahuate.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4 - Introducción del laboratorio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Completa tu plan de trabajo antes de empezar.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4 - Práctica guiada: Plan de trabajo del grupo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Escribe quién hace cada paso y cuántos minutos tomará.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Verifica que se planifiquen los 28 minutos de cocina.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4 - Laboratorio: Cocinar: Parfait de fruta y yogur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Sigue la tarjeta de receta. Tu Oficial de seguridad firma cada punto de control de seguridad.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Al terminar, coman juntos en su estación y luego completen la limpieza. Tu Encargado de limpieza llama a la revisión de la estación.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4 - Boleto de salida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¿Cuál de limpiar, separar, cocinar o enfriar hizo mejor tu grupo? Da un ejemplo.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¿Qué hará tu grupo de manera diferente en el próximo laboratorio?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Receta: Parfait de fruta y yogur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 tazas yogur natural o de vainilla (mantenido frío)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 taza granola sin cacahuate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 medianos plátanos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 taza frutos rojos, frescos o congelados descongelados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Alimentos Integrales y Nutrición - Unidad 1: Procedimientos de laboratorio y bases de seguridad</dc:title>
  <dc:subject/>
  <dc:creator>ISD 197 Family and Consumer Science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es-US</dc:language>
</cp:coreProperties>
</file>