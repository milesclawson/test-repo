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slide. Read the essential question aloud and connect it to the certification objectives: S3.2, S3.3, S3.1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Tool cards (picture and name); Tool-to-job matching sheet; Eight labeled stations with real tools; Fire extinguisher location reminder</a:t>
            </a:r>
          </a:p>
          <a:p>
            <a:r>
              <a:t>Demonstrate a lid on a pan for a grease fire; do not light a real fire in class.</a:t>
            </a:r>
          </a:p>
          <a:p>
            <a:r>
              <a:t>Confirm your school's fire-safety rules and extinguisher type before teaching what to use.</a:t>
            </a:r>
          </a:p>
          <a:p>
            <a:r>
              <a:t>Use picture-supported tool cards for students who need vocabulary support; they are in the slide deck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Any: handles inward; do not leave unattended; dry mitts; towels away from flame. | Turn off the heat, cover with a lid, never use water, tell the teacher.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Modeling clay and plastic knives (1 per student); Bananas and table knives for demo; Knife safety agreement (signed before any real knife); Cut cards</a:t>
            </a:r>
          </a:p>
          <a:p>
            <a:r>
              <a:t>No student uses a real knife until the safety agreement is signed.</a:t>
            </a:r>
          </a:p>
          <a:p>
            <a:r>
              <a:t>Offer cut-resistant gloves if your school has them, and let a student hold produce with a fork if they have limited hand control.</a:t>
            </a:r>
          </a:p>
          <a:p>
            <a:r>
              <a:t>Check that every knife in the lab is sharp and in good repair before tomorrow.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Fingertips curled under so knuckles guide the blade. | Any: slice, dice, julienne, or mince with its description.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Recipe cards; Ingredients (see recipe); Sharp knives and cutting boards; Damp towels; Peelers; Skill check sheet (Unit 3 practical)</a:t>
            </a:r>
          </a:p>
          <a:p>
            <a:r>
              <a:t>Cost estimate: about $2.50 per group, $20 for 8 groups. Verify against current prices.</a:t>
            </a:r>
          </a:p>
          <a:p>
            <a:r>
              <a:t>Milk allergy: use a dairy-free yogurt.</a:t>
            </a:r>
          </a:p>
          <a:p>
            <a:r>
              <a:t>Teacher stays near cutting stations; use a one-cutter-at-a-time rule per table.</a:t>
            </a:r>
          </a:p>
          <a:p>
            <a:r>
              <a:t>Peanut-free: confirm yogurt and seasoning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Answers vary. | Washed produce, clean board, handwashing, chilled the dip.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Recipe cards; Ingredients (see recipe); Skillets; Box graters; Food thermometers; Sanitizer wipes for thermometers</a:t>
            </a:r>
          </a:p>
          <a:p>
            <a:r>
              <a:t>Cost estimate: about $3 per group, $24 for 8 groups. Verify against current prices.</a:t>
            </a:r>
          </a:p>
          <a:p>
            <a:r>
              <a:t>Milk allergy: use a dairy-free cheese or omit cheese and increase beans. Wheat allergy: use corn tortillas.</a:t>
            </a:r>
          </a:p>
          <a:p>
            <a:r>
              <a:t>Peanut-free: check tortilla, bean, and salsa labels.</a:t>
            </a:r>
          </a:p>
          <a:p>
            <a:r>
              <a:t>Sanitize the thermometer between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At least 165°F; to be sure heated food is safe. | Handles inward, dry mitts, or no unattended burner.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Materials: Recipe cards; Ingredients (see recipe); Blenders; Folded towels; Cups</a:t>
            </a:r>
          </a:p>
          <a:p>
            <a:r>
              <a:t>Cost estimate: about $2.50 per group, $20 for 8 groups. Verify against current prices.</a:t>
            </a:r>
          </a:p>
          <a:p>
            <a:r>
              <a:t>If you have fewer than 8 blenders, schedule groups in two rounds or have two groups share. Unit total for Labs 4-6 is about $64 against the course budget.</a:t>
            </a:r>
          </a:p>
          <a:p>
            <a:r>
              <a:t>Milk allergy: use a fortified soy or oat beverage and dairy-free yogurt.</a:t>
            </a:r>
          </a:p>
          <a:p>
            <a:r>
              <a:t>Peanut-free: check frozen fruit and yogurt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targets aloud. Students restate one in their own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vocabulary; ask for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minutes. Collect on the exit ticket sheet or discuss as a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for understanding after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the first step, then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Circulate; Safety Officers check the checkpoints.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 key: So food does not fly out and cause injury or a mess. | Liquid, then soft foods, then frozen foods.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Ingredients display for lab setup. Peanut-free kitchen: confirm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Unidad 3: Equipo, utensilios y técnicas con cuchillo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¿Cómo hacen el cocinar más seguro, más rápido y mejor la herramienta y la técnica correctas?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Una cocina está llena de herramientas que pueden quemar, cortar o pellizcar si se usan de manera incorrecta. En esta unidad aprenderás las herramientas y los aparatos de nuestra cocina, cómo usarlos y limpiarlos con seguridad, y cómo cortar alimentos con un cuchillo usando la posición de garra. Practicarás cortes de cuchillo, cocina en estufa y el uso de una licuadora en tres laboratorios.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10: Conoce tu cocina: herramientas y aparatos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nombrar herramientas y aparatos comunes de cocina y para qué sirve cada uno.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usar la estufa, el horno, el microondas y la licuadora con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limpiar y guardar las herramientas para que duren.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Utensilio: Una herramienta manual para preparar, cocinar o servir alimentos, como un batidor, una espátula o unas pinzas.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Aparato eléctrico: Una máquina que usa electricidad o gas para hacer un trabajo en la cocina, como una licuadora, un horno o un microondas.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Fuego de grasa: Un fuego alimentado por aceite o grasa de cocina. Nunca le eches agua; tápalo con una tapa y apaga el calor.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Haz una lista de cinco herramientas o aparatos que has usado en una cocina. Para cada uno, nombra una forma en que podría lastimar a alguien.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Utensilios, ollas y sartenes, y aparatos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utensilios son herramientas manuales como batidores, espátulas, pinzas, pelapapas y ralladores.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Las ollas y sartenes incluyen cacerolas, sartenes y charolas para hornear.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Utensilios, ollas y sartenes, y aparatos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aparatos usan electricidad o gas, como la estufa, el horno, el microondas, la licuadora y la batidora.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Elige la herramienta que corresponde al trabajo.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Seguridad en la estufa y el horno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Gira hacia adentro los mangos de las ollas.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Nunca dejes un quemador sin atención.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Mantén toallas y mangas lejos de las llamas y de las resistencias calientes.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 guantes de horno secos.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Seguridad en la estufa y el horno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Levanta las tapas alejándolas de la cara para que el vapor no te queme.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Abre la puerta del horno lentamente y saca la rejilla con las dos manos.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Fuego de grasa y emergencias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Para un fuego pequeño de grasa: apaga el calor, desliza una tapa sobre la sartén y déjala tapada.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Nunca uses agua.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Avisa a tu maestra de inmediato.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Fuego de grasa y emergencias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Para una quemadura, deja correr agua fresca sobre ella durante varios minutos y avisa a tu maestra.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Seguridad con el microondas y la licuadora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 solo recipientes aptos para microondas y nunca metal.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Ventila las tapas y deja reposar los alimentos antes de revisarlos.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Seguridad con el microondas y la licuadora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 una licuadora, pon la tapa antes de encenderla, mantén las manos y los utensilios fuera mientras funciona y desconéctala antes de limpiar las cuchillas.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No la llenes más de la mitad con líquido caliente.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Cuidado y limpieza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Lava las herramientas con agua caliente y jabón, enjuaga y seca.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 solo herramientas de plástico o madera en sartenes antiadherentes.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Mantén las herramientas de madera y los cuchillos afilados fuera del lavavajillas.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Cuidado y limpieza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Desconecta los aparatos antes de limpiarlos y nunca sumerjas la base del motor en agua.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Práctica guiada: Relaciona la herramienta con el trabajo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Mira las tarjetas de herramientas con tu compañero. Relaciona cada herramienta con su trabajo en la hoja.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Elige tres herramientas y escribe una regla de seguridad para cada una.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Práctica independiente: Circuito de equipo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Visita ocho estaciones en la cocina. En cada una, nombra la herramienta o el aparato, su trabajo y una regla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Dibuja o etiqueta las partes de un aparato.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Escribe cómo limpiarías y guardarías cada artículo.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10 -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¿Cuál es una regla de seguridad para la estufa?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¿Qué haces ante un fuego pequeño de grasa?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11: Seguridad con cuchillos y cortes básicos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12 min: Instrucción directa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10 min: Práctica guiada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16 min: Práctica independiente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Boleto de salida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sostener y llevar un cuchillo con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usar la posición de garra y una tabla de cortar estable.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nombrar y describir rebanar, cortar en cubos, juliana y picar finamente.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Posición de garra: Una forma segura de sujetar los alimentos doblando las yemas de los dedos hacia adentro para que los nudillos guíen el cuchillo.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Cortar en cubos: Cortar los alimentos en cubos pequeños y uniformes.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Juliana: Cortar los alimentos en tiras delgadas como palitos de fósforo.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Picar finamente: Cortar los alimentos en pedazos muy pequeños.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¿Por qué un cuchillo sin filo podría causar más cortadas que uno afilado? Escribe tu idea en una o dos oraciones.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Preparación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Coloca la tabla de cortar sobre una toalla húmeda para que no se deslice.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Elige el cuchillo correcto: un cuchillo de chef para casi todo, un cuchillo mondador para trabajos pequeños y un cuchillo de sierra para pan y tomates.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Preparación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Asegúrate de que la hoja esté afilada.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Reglas para manejar el cuchillo con seguridad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Lleva el cuchillo a tu costado con la punta hacia abajo.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Corta alejándote de tu cuerpo.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Nunca agites un cuchillo ni apuntes a nadie.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No intentes atrapar un cuchillo que cae; da un paso atrás.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Reglas para manejar el cuchillo con seguridad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Nunca dejes un cuchillo en un fregadero con agua jabonosa.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Déjalo sobre la tabla y deja que otros lo recojan por sí mismos.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La posición de garra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Dobla las yemas de los dedos hacia adentro, como una garra, sobre el alimento que sujetas.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Tus nudillos tocan el costado de la hoja y la guían.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La posición de garra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Mueve el cuchillo con un movimiento de balanceo o de rebanado y mantén la punta sobre la tabla.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 alimentos redondos, corta una rebanada delgada de un lado y apoya ese lado plano hacia abajo.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Cortes que debes conocer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Rebanar: cortar en piezas planas.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Cortar en cubos: cubos pequeños y uniformes, de aproximadamente 1/4 de pulgada para cubos pequeños.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Cortes que debes conocer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Juliana: tiras delgadas como palitos de fósforo, de unos 1/8 de pulgada de grosor y de 1 a 2 pulgadas de largo.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Picar finamente: pedazos muy pequeños.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Los cortes uniformes se cocinan parejos y se ven mejor.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Cuidado de los cuchillos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Lava los cuchillos a mano, uno por uno, con la hoja alejada de ti.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Sécalos y guárdalos en un bloque o funda.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Manténlos afilados; pide a tu maestra que los afile cuando pierdan el filo.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Práctica guiada: Práctica con materiales seguros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Observa a tu maestra demostrar la posición de garra y un corte de balanceo en un plátano con un cuchillo de mesa.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Practica la posición de garra en un trozo de plastilina con un cuchillo de plástico mientras tu maestra revisa a cada persona.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Firma el acuerdo de seguridad con cuchillos antes de usar un cuchillo de verdad.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Práctica independiente: Tarjetas de cortes y acuerdo de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Relaciona el nombre de cada corte con su imagen y tamaño en la tarjeta de cortes.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Escribe las reglas de seguridad con cuchillos con tus propias palabras y firma el acuerdo.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Prepara tu plan de trabajo para el laboratorio de mañana: ¿qué persona corta qué verdura?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11 -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Describe la posición de garra en una oración.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Nombra un corte y descríbelo.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12: Laboratorio 4: Palitos de verdura y dip de yogur (técnicas con cuchillo)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 y roles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Introducción: seguridad y plan de trabajo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28 min: Cocinar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7 min: Limpieza y revisión de la estación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min: Boleto de salida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12 -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usar un cuchillo con seguridad con la posición de garra.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rebanar, cortar en juliana y en cubos las verduras de forma uniforme.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lavar los productos frescos y prevenir la contaminación cruzada.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12 -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Posición de garra: Una forma segura de sujetar los alimentos doblando las yemas de los dedos hacia adentro para que los nudillos guíen el cuchillo.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Cortar en cubos: Cortar los alimentos en cubos pequeños y uniformes.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Juliana: Cortar los alimentos en tiras delgadas como palitos de fósforo.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12 -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Lee la receta de hoy. ¿Qué corte harás? Escribe la regla de seguridad que seguirás.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12 - Introducción del laboratorio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Enfoque de seguridad de hoy: cuchillos y separar.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Una toalla húmeda debajo de cada tabla.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Una persona corta a la vez mientras las demás se mantienen fuera de la zona de corte.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12 - Introducción del laboratorio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Lava las verduras antes de cortarlas y lávate las manos antes de tocar el yogur.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Revisa las etiquetas para ver si tienen cacahuate.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12 - Práctica guiada: Plan de trabajo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Escribe qué persona corta qué verdura y quién hace el dip.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Planifica el tiempo para limpiar los cuchillos y las tablas.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12 - Laboratorio: Cocinar: Palitos de verdura y dip de yogur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Sigue la tarjeta de receta. Tu Oficial de seguridad firma cada punto de control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Muestra a tu maestra un corte de cada verdura para una revisión de habilidades antes de comer.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Completa la limpieza. Los cuchillos se lavan a mano uno por uno y se devuelven al almacén.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12 -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¿Qué corte te resultó más difícil? ¿Qué intentarás la próxima vez?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¿Cómo mantuvo tu grupo seguros los productos frescos?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13: Laboratorio 5: Quesadillas de frijol y queso (estufa)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 y roles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Introducción: seguridad y plan de trabajo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28 min: Cocinar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7 min: Limpieza y revisión de la estación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min: Boleto de salida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13 -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usar una sartén y la estufa con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usar un termómetro de cocina para verificar que los alimentos estén lo bastante calientes.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rallar queso con seguridad.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13 -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Termómetro de cocina: Una herramienta que mide la temperatura interna de los alimentos para mostrar si son seguros.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Utensilio: Una herramienta manual para preparar, cocinar o servir alimentos, como un batidor, una espátula o unas pinzas.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13 -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¿Qué reglas de seguridad de la estufa serán más importantes en la receta de hoy? Anota dos.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13 - Introducción del laboratorio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Enfoque de seguridad de hoy: cocinar.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Mangos hacia adentro.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Guantes secos.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Usa un termómetro limpio en el centro de la quesadilla: debe marcar 165 °F porque calentamos frijoles ya cocidos.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13 - Introducción del laboratorio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Ralla el queso despacio y deja de rallar cuando el trozo sea pequeño.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Deja enfriar la sartén antes de lavarla.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13 - Práctica guiada: Plan de trabajo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Escribe quién ralla, quién enjuaga los frijoles, quién cocina y quién revisa la temperatura.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Planifica cocinar las quesadillas en dos rondas para no llenar demasiado la sartén.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13 - Laboratorio: Cocinar: Quesadillas de frijol y queso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Sigue la tarjeta de receta. Tu Oficial de seguridad firma cada punto de control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Anota la lectura del termómetro de cada quesadilla.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Completa la limpieza y la revisión de la estación; la sartén se enfría antes de ir al agua.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13 -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¿Qué temperatura alcanzaron las quesadillas y por qué la revisamos?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Nombra un hábito de seguridad en la estufa que usó tu grupo.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14: Laboratorio 6: Licuados de fruta (licuadora)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Actividad de inicio y roles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5 min: Introducción: seguridad y plan de trabajo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28 min: Cocinar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7 min: Limpieza y revisión de la estación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min: Boleto de salida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14 - Metas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armar, usar y limpiar una licuadora con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poner los ingredientes en capas para que la licuadora funcione bien.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Puedo trabajar en equipo y terminar a tiempo.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14 - Vocabulario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Aparato eléctrico: Una máquina que usa electricidad o gas para hacer un trabajo en la cocina, como una licuadora, un horno o un microondas.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14 - Actividad de inicio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Antes de encender la licuadora, ¿qué debes revisar primero? Anota tres cosas.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14 - Introducción del laboratorio (1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Enfoque de seguridad de hoy: aparatos.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Verifica que la licuadora esté bien armada y que la base del motor esté seca.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Pon la tapa y sujétala con una toalla doblada.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14 - Introducción del laboratorio (2 de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Nunca pongas una cuchara ni la mano en una licuadora en funcionamiento.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Desconecta antes de limpiar.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Agrega primero el líquido, luego los alimentos suaves y al final los congelados encima.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14 - Práctica guiada: Plan de trabajo del grupo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Escribe quién arma la licuadora, quién corta los plátanos, quién la enciende y quién la limpia.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Si se comparten las licuadoras, escribe el turno de tu grupo en el horario.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14 - Laboratorio: Cocinar: Licuados de fruta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Sigue la tarjeta de receta. Tu Oficial de seguridad firma cada punto de control de seguridad.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Prueba y escribe una forma en que cambiarías la receta.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3. Limpia la licuadora con el método de agua con jabón y completa la revisión de la estación.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Día de laboratorio 14 - Boleto de salida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1. ¿Por qué la tapa se pone antes de encender la licuadora?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2. ¿En qué orden se ponen los ingredientes en la licuadora?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Receta: Palitos de verdura y dip de yogur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medianas zanahorias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mediano pepino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 tallos apio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taza yogur natural (mantenido frío)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cucharada jugo de limón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1/2 cucharadita eneldo seco o ajo en polvo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1/4 cucharadita sal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Receta: Quesadillas de frijol y queso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4 de 8 pulgadas tortillas de harina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lata (15 oz) frijoles negros, escurridos y enjuagados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taza queso rallado (ralla de un bloque)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1/2 taza salsa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cucharadita aceite para la sartén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1097280"/>
          </a:xfrm>
        </p:spPr>
        <p:txBody>
          <a:bodyPr/>
          <a:lstStyle/>
          <a:p>
            <a:r>
              <a:rPr sz="3200" b="1" lang="es-US">
                <a:solidFill>
                  <a:srgbClr val="1B5E3A"/>
                </a:solidFill>
                <a:latin typeface="Arial"/>
              </a:rPr>
              <a:t>Receta: Licuado de fruta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1520" y="1554480"/>
            <a:ext cx="10698480" cy="4846320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taza leche o bebida de soya fortificada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3/4 taza yogur natural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2 medianos plátanos maduros</a:t>
            </a:r>
          </a:p>
          <a:p>
            <a:pPr>
              <a:spcAft>
                <a:spcPts val="1000"/>
              </a:spcAft>
            </a:pPr>
            <a:r>
              <a:rPr sz="2600" lang="es-US">
                <a:solidFill>
                  <a:srgbClr val="1A1A1A"/>
                </a:solidFill>
                <a:latin typeface="Arial"/>
              </a:rPr>
              <a:t>1 1/2 tazas fruta congelada, sin azúcar añadida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Alimentos Integrales y Nutrición - Unidad 3: Equipo, utensilios y técnicas con cuchillo</dc:title>
  <dc:subject/>
  <dc:creator>ISD 197 Family and Consumer Science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es-US</dc:language>
</cp:coreProperties>
</file>