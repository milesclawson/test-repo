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Read the essential question aloud and connect it to the certification objectives: S3.5, S3.2, S3.4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Dry and liquid measuring cups; Measuring spoons; Kitchen scale (grams); Flour (about 1 lb for demo); Station cards with amounts; Abbreviation sheet</a:t>
            </a:r>
          </a:p>
          <a:p>
            <a:r>
              <a:t>Typical result: a scooped cup of flour weighs noticeably more than a spooned and leveled cup. Use your own scale readings; do not tell students a fixed number.</a:t>
            </a:r>
          </a:p>
          <a:p>
            <a:r>
              <a:t>Water, rice, or dried beans can substitute for flour at stations to save cost.</a:t>
            </a:r>
          </a:p>
          <a:p>
            <a:r>
              <a:t>Egg allergy: not used today. Wheat allergy: use rice for the flour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 dry cup. Spoon it in and level it off. | Tablespoon.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Conversion chart handout (with blanks); Practice sheet; Answer strips; Calculators optional</a:t>
            </a:r>
          </a:p>
          <a:p>
            <a:r>
              <a:t>Metric values are rounded kitchen equivalents (1 cup is exactly 236.6 mL; 240 mL is the common rounding).</a:t>
            </a:r>
          </a:p>
          <a:p>
            <a:r>
              <a:t>Practice-sheet answers to prepare: 1/4 cup = 12 tsp; 1/2 cup = 8 Tbsp; 1 cup = 48 tsp; 1 pt = 2 cups = 16 fl oz; 1 qt = 4 cups; half of 1/2 cup = 1/4 cup = 4 Tbsp; half of 1 Tbsp = 1 1/2 tsp.</a:t>
            </a:r>
          </a:p>
          <a:p>
            <a:r>
              <a:t>Struggling students: use the visual fraction strip; allow calculators for the final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4. | 3/8 cup, which is 6 Tbsp.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Kitchen scale; Station checklist; Unit 2 practical rubric</a:t>
            </a:r>
          </a:p>
          <a:p>
            <a:r>
              <a:t>Peanut-free: check cereal, pretzel, and seed labels (shared-equipment warnings).</a:t>
            </a:r>
          </a:p>
          <a:p>
            <a:r>
              <a:t>Wheat allergy: use a gluten-free cereal and omit pretzels.</a:t>
            </a:r>
          </a:p>
          <a:p>
            <a:r>
              <a:t>Estimated cost: about $2 per group, $16 for 8 groups. Verify against current prices.</a:t>
            </a:r>
          </a:p>
          <a:p>
            <a:r>
              <a:t>No heat today, so this is a good first lab for focusing on measurement and station routines.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Answers vary, for example 4 Tbsp = 1/4 cup. | Different packing and leveling; pieces of different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Practice recipe card (serves 8); Pancake recipe card with blank column; Calculators; Answer key</a:t>
            </a:r>
          </a:p>
          <a:p>
            <a:r>
              <a:t>Key for pancakes serves 8 -&gt; serves 4 (x 1/2): flour 3 c -&gt; 1 1/2 c; baking powder 7 tsp -&gt; 3 1/2 tsp; salt 2 tsp -&gt; 1 tsp; sugar 2 Tbsp -&gt; 1 Tbsp; milk 2 1/2 c -&gt; 1 1/4 c; eggs 2 -&gt; 1; oil 6 Tbsp -&gt; 3 Tbsp.</a:t>
            </a:r>
          </a:p>
          <a:p>
            <a:r>
              <a:t>Key for serves 8 -&gt; serves 32 (x 4): flour 12 c (3 qt); baking powder 28 tsp (9 Tbsp + 1 tsp); salt 8 tsp (2 Tbsp + 2 tsp); sugar 8 Tbsp (1/2 c); milk 10 c (2 1/2 qt); eggs 8; oil 24 Tbsp (1 1/2 c).</a:t>
            </a:r>
          </a:p>
          <a:p>
            <a:r>
              <a:t>This is the cert performance task for S3.5: score it with the Unit 2 practical rubric on Day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3 (18 divided by 6). | Cooking time, pan size, or oven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Pancake recipe cards; Ingredients (see recipe); Griddles or skillets; Oven mitts; Practical rubric</a:t>
            </a:r>
          </a:p>
          <a:p>
            <a:r>
              <a:t>Egg allergy: use a prepared egg-free pancake mix scaled by the same factor, or have the student do the scaling task and join a group using non-egg roles.</a:t>
            </a:r>
          </a:p>
          <a:p>
            <a:r>
              <a:t>Peanut-free: check baking powder, milk, and syrup labels.</a:t>
            </a:r>
          </a:p>
          <a:p>
            <a:r>
              <a:t>Estimated cost: about $2 per group, $16 for 8 groups. Verify against current prices.</a:t>
            </a:r>
          </a:p>
          <a:p>
            <a:r>
              <a:t>Do a quick stove safety demonstration first if students have not used the stove yet (handles inward, dry mitts, grease fire: cover, do not use water).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Answers vary; look for a specific, honest reflection. | Cooking time, heat, or number of batches.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Unidad 2: Matemáticas en la cocina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¿Cómo usan los cocineros las matemáticas para obtener el mismo buen resultado cada vez, para dos personas o para doscientas?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recetas son matemáticas. En esta unidad medirás con exactitud ingredientes secos y líquidos, convertirás entre unidades, trabajarás con fracciones y aumentarás o disminuirás una receta para que coincida con el número de porciones que necesitas. Practicarás en dos laboratorios, y el segundo es una tarea de desempeño para la certificación: escalas una receta para tu grupo y luego la cocinas.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5: Herramientas y técnicas de medición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elegir la herramienta de medición correcta para ingredientes secos y líquidos.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medir con exactitud nivelando y leyendo a la altura de los ojos.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leer las abreviaturas de las recetas.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Volumen: La cantidad de espacio que ocupa un ingrediente, medida en tazas, cucharas u onzas líquidas.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Nivelar: Rasar la parte superior de una medida con un borde recto para que contenga la cantidad exacta.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Menisco: La superficie curva de un líquido en una taza medidora. Lee la parte inferior de la curva.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Abreviatura: Una forma corta usada en las recetas: cdta (cucharadita), cda (cucharada), t (taza), oz (onza), lb (libra).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¿Cuánto pesa una taza de harina? Haz una predicción. Luego escribe cómo podrías averiguarlo.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Las medidas secas y líquidas son herramientas distintas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tazas medidoras secas se llenan hasta el borde y se nivelan.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tazas medidoras líquidas tienen pico y una línea debajo del borde para verter sin derramar.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Usar la equivocada da una cantidad incorrecta.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Cómo medir ingredientes secos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Pon la harina o el polvo con una cuchara en la taza hasta que sobresalga, luego pasa el dorso de un cuchillo por encima para nivelarla.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No la golpees ni la presiones.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Compacta el azúcar morena firmemente en la taza.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Cómo medir ingredientes secos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Con las cucharas, llena y nivela de la misma manera.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Cómo medir líquidos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Coloca la taza medidora líquida sobre un mostrador plano.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Vierte hasta la línea y agáchate para que tus ojos queden a la altura de la línea.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Lee la parte inferior de la superficie curva, llamada menisco.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Abreviaturas de las recetas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tsp significa cucharadita.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Tbsp significa cucharada. c significa taza. oz significa onza. lb significa libra.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Una T mayúscula suele significar cucharada y una t minúscula significa cucharadita, así que lee siempre con cuidado.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Práctica guiada: Experimento: sacar con la taza vs. con la cuchara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Tu maestra pesa una taza de harina sacada directamente del recipiente. Anota el peso en gramos.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Tu maestra pesa una taza de harina puesta con cuchara y nivelada. Anota el peso.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Calcula la diferencia. ¿Qué porcentaje más de harina había en la taza sacada directamente?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Práctica independiente: Rotación por estaciones de medición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Visita cuatro estaciones: taza seca, taza líquida, cucharas y báscula de cocina. En cada una, mide la cantidad de la tarjeta.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Pide a un compañero que revise tu medida y firme la tarjeta.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Relaciona cada abreviatura con su significado en la hoja de abreviaturas.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5 -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¿Qué herramienta mide la harina: una taza seca o una líquida? ¿Cómo se mide correctamente?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¿Qué significa Tbsp?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6: Equivalentes, fracciones y conversiones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convertir entre unidades comunes de cocina.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sumar y multiplicar fracciones de una taza.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encontrar una medida que sea la mitad o el doble de una cantidad.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Equivalente: Una medida distinta que significa la misma cantidad, como 3 cucharaditas y 1 cucharada.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Abreviatura: Una forma corta usada en las recetas: cdta (cucharadita), cda (cucharada), t (taza), oz (onza), lb (libra).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Necesitas 1/4 de taza de aceite pero tu única medida limpia es una cucharada. ¿Cuántas cucharadas podrías usar?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Equivalentes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cdtas = 1 cda.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4 cdas = 1/4 de taza.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cdas = 1 taza.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8 onzas líquidas = 1 taza.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tazas = 1 pinta.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pintas = 1 cuarto.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4 cuartos = 1 galón.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oz = 1 libra.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El sistema métrico en la cocina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Muchas etiquetas y recetas usan unidades métricas.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Aproximadamente 5 mL equivalen a 1 cucharadita, 15 mL a 1 cucharada y 240 mL se acercan a 1 taza.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Aproximadamente 28 gramos equivalen a 1 onza y 454 gramos a 1 libra.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Fracciones de una taza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1/2 taza = 8 cdas.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1/3 de taza = 5 cdas + 1 cdta.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1/4 de taza = 4 cdas.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Para sumar fracciones, usa un denominador común: 1/2 + 1/4 = 2/4 + 1/4 = 3/4. Para sacar la mitad de una fracción, multiplica por 1/2: la mitad de 3/4 es 3/8.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Ejemplo resuelto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 mitad de 3/4 de taza es 3/8 de taza.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No existe una taza medidora de 3/8, así que convierte: 3/4 de taza son 12 cdas, y la mitad de 12 cdas es 6 cdas.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Usar el equivalente facilita la medición.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Práctica guiada: Conviértelo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Como clase, resuelvan: ¿Cuántas cucharaditas hay en 1/4 de taza? (Usen 4 cdas = 1/4 de taza y 3 cdtas = 1 cda.)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Con un compañero, resuelve tres conversiones más en la hoja de práctica.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Práctica independiente: Práctica de fracciones y conversiones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Completa la tabla de conversiones: llena los equivalentes que faltan.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Encuentra la mitad de cada cantidad y escríbela con la medida que sea más fácil de usar.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Revisa tu trabajo con la tira de respuestas que te da tu maestra.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6 -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¿Cuántas cucharadas hay en 1/4 de taza?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¿Cuánto es la mitad de 3/4 de taza? Escríbelo también en cucharadas.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7: Laboratorio 2: Mezcla para botanear (medición)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medir ingredientes secos con exactitud usando las herramientas correctas.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equivalentes cuando no tengo la medida exacta.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seguir limpiar, separar y enfriar mientras trabajo.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Nivelar: Rasar la parte superior de una medida con un borde recto para que contenga la cantidad exacta.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Equivalente: Una medida distinta que significa la misma cantidad, como 3 cucharaditas y 1 cucharada.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Lee la receta. ¿Qué medidas usarás? Encierra en un círculo cualquier cantidad en la que necesitarás un equivalente.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hoy: medir con exactitud.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Lávate las manos primero.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tazas secas y nivélalas.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Tu Oficial de seguridad verifica que nada toque el mostrador sin desinfectarlo y revisa que cada etiqueta no tenga cacahuate.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Al final pesa una taza de tu mezcla para comparar entre grupos.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Escribe quién mide cada ingrediente y el orden de trabajo.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Decide qué equivalentes usarás y escríbelos junto a las cantidades de la receta.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Laboratorio: Cocinar: Mezcla para botanear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Pesa 1 taza de tu mezcla terminada en la báscula. Anótalo y compáralo con otro grupo.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Coman juntos y luego completen la limpieza y la revisión de la estación.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7 -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¿Qué equivalente usaste hoy? Escríbelo como una ecuación.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¿Por qué la mezcla de dos grupos podría pesar cantidades diferentes por taza?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8: Escalar recetas hacia arriba y hacia 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encontrar un factor de conversión para un nuevo rendimiento.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aumentar y disminuir cada ingrediente de una receta.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explicar qué no escala directamente.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Rendimiento: La cantidad total de comida o el número de porciones que produce una receta.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Factor de conversión: El número por el que multiplicas cada ingrediente para cambiar el rendimiento de una receta: porciones deseadas divididas entre porciones originales.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Porción: Una cantidad de comida, lo que se espera que coma una persona.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Una receta rinde 4 porciones y necesitas 12. Sin escribir nada, ¿cómo la cambiarías?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El factor de conversión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Factor de conversión = porciones deseadas divididas entre porciones originales.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El factor de conversión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Una receta rinde 4 y necesitas 12: 12 entre 4 es 3, así que multiplica cada ingrediente por 3. Una receta rinde 8 y necesitas 4: 4 entre 8 es 1/2, así que multiplica cada ingrediente por 1/2.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Paso a paso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Paso 1: encuentra el factor.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Paso 2: multiplica cada ingrediente por el factor.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Paso 3: simplifica usando equivalentes; por ejemplo, 12 cdtas se convierten en 4 cdas.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Paso 4: verifica que las cantidades tengan sentido.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Paso a paso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Paso 5: ajusta el tiempo y el tamaño de la sartén.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Qué no escala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 tiempo de cocción, el tamaño de la sartén y la temperatura del horno no escalan.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 huevo no se puede dividir fácilmente: bátelo y mide aproximadamente 3 cucharadas para un huevo grande entero.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Qué no escala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especias fuertes y la sal conviene agregarlas un poco menos de lo que dice la matemática y luego probar.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Costo y compras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Escalar también te dice qué comprar.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Si un grupo necesita 1 1/2 tazas de harina y cocinan 8 grupos, la clase necesita 12 tazas, que son 3 cuartos.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Costo por porción = costo total dividido entre el número de porciones.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Práctica guiada: Escalen una receta juntos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Usen la tarjeta de receta de práctica. Rinde 8. Escálenla para 4 porciones (factor 1/2). Hagan juntos los dos primeros ingredientes.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Terminen el resto con un compañero. Usen un equivalente para simplificar al menos una cantidad.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Práctica independiente: Escálalo: tres problemas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Escala la receta de panqueques de 8 porciones a 4 porciones (el laboratorio de mañana). Llena la columna de tu grupo en la tarjeta de receta.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Escala la misma receta a 32 porciones para toda la clase. ¿Cuánta harina, leche y huevos debe comprar la maestra?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Explica en una oración qué ajustarás además de las cantidades.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8 -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Una receta rinde 6 y necesitas 18. ¿Cuál es el factor de conversión?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Nombra algo que no escala directamente cuando cambias una receta.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9: Laboratorio 3: Panqueques escalados (tarea de desempeño)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mi receta escalada para cocinar una tanda exitosa.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calor y una plancha o sartén de forma segura.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trabajar en equipo y terminar a tiempo.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Rendimiento: La cantidad total de comida o el número de porciones que produce una receta.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Factor de conversión: El número por el que multiplicas cada ingrediente para cambiar el rendimiento de una receta: porciones deseadas divididas entre porciones originales.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Compara tus cantidades escaladas de ayer con las de tu compañero. Corrige cualquier diferencia antes de empezar.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Introducción: el enfoque de seguridad es cocinar y limpiar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Gira hacia adentro los mangos de ollas y sartenes.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guantes de horno secos, nunca mojados.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Si el aceite echa humo, avisa a tu maestra.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Introducción: el enfoque de seguridad es cocinar y limpiar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Lávate las manos después de romper huevos, y lava el tazón y el batidor antes de usarlos para otra cosa.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panqueques están listos cuando el centro está firme y no se ve masa cruda.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Divide los pasos entre las cuatro tareas y escribe los minutos estimados de cada una. Incluye 12 minutos para cocinar los panqueques por tandas.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Pide a tu maestra que revise tus cantidades escaladas antes de empezar.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Laboratorio: Cocinar: Panqueques escalados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Cocina con tus propias cantidades escaladas, no con las impresas.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Tu maestra califica tu receta escalada y tu laboratorio con la rúbrica de la práctica de la Unidad 2.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9 -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¿Funcionaron tus cantidades escaladas? ¿Qué cambiarías la próxima vez?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¿Qué ajustaste además de las cantidades?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Mezcla para botanear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tazas cereal en forma de 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taza pretzels pequeños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1/2 taza pasas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1/4 taza semillas de calabaza (sin cacahuate)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cucharada azúcar con canela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Panqueques escalados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tazas harina de trigo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cucharaditas polvo de hornear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cucharaditas sal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cucharadas azúcar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1/2 tazas leche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grandes huevos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6 cucharadas aceite vegetal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Alimentos Integrales y Nutrición - Unidad 2: Matemáticas en la cocina</dc:title>
  <dc:subject/>
  <dc:creator>ISD 197 Family and Consumer Science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es-US</dc:language>
</cp:coreProperties>
</file>